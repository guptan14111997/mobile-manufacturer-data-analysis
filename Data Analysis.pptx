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16"/>
  </p:notesMasterIdLst>
  <p:sldIdLst>
    <p:sldId id="256" r:id="rId4"/>
    <p:sldId id="273" r:id="rId5"/>
    <p:sldId id="275" r:id="rId6"/>
    <p:sldId id="277" r:id="rId7"/>
    <p:sldId id="278" r:id="rId8"/>
    <p:sldId id="279" r:id="rId9"/>
    <p:sldId id="288" r:id="rId10"/>
    <p:sldId id="281" r:id="rId11"/>
    <p:sldId id="282" r:id="rId12"/>
    <p:sldId id="284" r:id="rId13"/>
    <p:sldId id="286" r:id="rId14"/>
    <p:sldId id="28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notesMaster" Target="notesMasters/notes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0" Type="http://schemas.openxmlformats.org/officeDocument/2006/relationships/tags" Target="../tags/tag71.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124.xml"/><Relationship Id="rId8" Type="http://schemas.openxmlformats.org/officeDocument/2006/relationships/tags" Target="../tags/tag123.xml"/><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9" name="任意多边形 18"/>
          <p:cNvSpPr/>
          <p:nvPr>
            <p:custDataLst>
              <p:tags r:id="rId2"/>
            </p:custDataLst>
          </p:nvPr>
        </p:nvSpPr>
        <p:spPr>
          <a:xfrm>
            <a:off x="8206740" y="227860"/>
            <a:ext cx="3985260" cy="4081237"/>
          </a:xfrm>
          <a:custGeom>
            <a:avLst/>
            <a:gdLst/>
            <a:ahLst/>
            <a:cxnLst>
              <a:cxn ang="3">
                <a:pos x="hc" y="t"/>
              </a:cxn>
              <a:cxn ang="cd2">
                <a:pos x="l" y="vc"/>
              </a:cxn>
              <a:cxn ang="cd4">
                <a:pos x="hc" y="b"/>
              </a:cxn>
              <a:cxn ang="0">
                <a:pos x="r" y="vc"/>
              </a:cxn>
            </a:cxnLst>
            <a:rect l="l" t="t" r="r" b="b"/>
            <a:pathLst>
              <a:path w="6276" h="6427">
                <a:moveTo>
                  <a:pt x="6276" y="0"/>
                </a:moveTo>
                <a:lnTo>
                  <a:pt x="6276" y="2460"/>
                </a:lnTo>
                <a:lnTo>
                  <a:pt x="6274" y="2460"/>
                </a:lnTo>
                <a:cubicBezTo>
                  <a:pt x="4153" y="2541"/>
                  <a:pt x="2458" y="4286"/>
                  <a:pt x="2458" y="6427"/>
                </a:cubicBezTo>
                <a:lnTo>
                  <a:pt x="0" y="6426"/>
                </a:lnTo>
                <a:cubicBezTo>
                  <a:pt x="0" y="2932"/>
                  <a:pt x="2789" y="88"/>
                  <a:pt x="6262" y="0"/>
                </a:cubicBezTo>
                <a:lnTo>
                  <a:pt x="6276" y="0"/>
                </a:lnTo>
                <a:close/>
              </a:path>
            </a:pathLst>
          </a:custGeom>
          <a:gradFill>
            <a:gsLst>
              <a:gs pos="0">
                <a:schemeClr val="accent1"/>
              </a:gs>
              <a:gs pos="54000">
                <a:schemeClr val="accent2"/>
              </a:gs>
              <a:gs pos="100000">
                <a:schemeClr val="accent6">
                  <a:alpha val="80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lt"/>
                <a:cs typeface="+mn-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cs typeface="Arial" panose="020B0604020202090204" pitchFamily="34" charset="0"/>
              <a:sym typeface="+mn-lt"/>
            </a:endParaRPr>
          </a:p>
        </p:txBody>
      </p:sp>
      <p:sp>
        <p:nvSpPr>
          <p:cNvPr id="10" name="任意多边形 9"/>
          <p:cNvSpPr/>
          <p:nvPr>
            <p:custDataLst>
              <p:tags r:id="rId3"/>
            </p:custDataLst>
          </p:nvPr>
        </p:nvSpPr>
        <p:spPr>
          <a:xfrm>
            <a:off x="7030720" y="4603469"/>
            <a:ext cx="4162425" cy="2152650"/>
          </a:xfrm>
          <a:custGeom>
            <a:avLst/>
            <a:gdLst>
              <a:gd name="connsiteX0" fmla="*/ 2175 w 6555"/>
              <a:gd name="connsiteY0" fmla="*/ 16 h 3390"/>
              <a:gd name="connsiteX1" fmla="*/ 480 w 6555"/>
              <a:gd name="connsiteY1" fmla="*/ 197 h 3390"/>
              <a:gd name="connsiteX2" fmla="*/ 2160 w 6555"/>
              <a:gd name="connsiteY2" fmla="*/ 519 h 3390"/>
              <a:gd name="connsiteX3" fmla="*/ 0 w 6555"/>
              <a:gd name="connsiteY3" fmla="*/ 900 h 3390"/>
              <a:gd name="connsiteX4" fmla="*/ 2380 w 6555"/>
              <a:gd name="connsiteY4" fmla="*/ 1260 h 3390"/>
              <a:gd name="connsiteX5" fmla="*/ 1140 w 6555"/>
              <a:gd name="connsiteY5" fmla="*/ 1381 h 3390"/>
              <a:gd name="connsiteX6" fmla="*/ 2520 w 6555"/>
              <a:gd name="connsiteY6" fmla="*/ 1720 h 3390"/>
              <a:gd name="connsiteX7" fmla="*/ 1020 w 6555"/>
              <a:gd name="connsiteY7" fmla="*/ 1957 h 3390"/>
              <a:gd name="connsiteX8" fmla="*/ 2640 w 6555"/>
              <a:gd name="connsiteY8" fmla="*/ 2380 h 3390"/>
              <a:gd name="connsiteX9" fmla="*/ 600 w 6555"/>
              <a:gd name="connsiteY9" fmla="*/ 2900 h 3390"/>
              <a:gd name="connsiteX10" fmla="*/ 440 w 6555"/>
              <a:gd name="connsiteY10" fmla="*/ 2940 h 3390"/>
              <a:gd name="connsiteX11" fmla="*/ 3169 w 6555"/>
              <a:gd name="connsiteY11" fmla="*/ 3232 h 3390"/>
              <a:gd name="connsiteX12" fmla="*/ 2963 w 6555"/>
              <a:gd name="connsiteY12" fmla="*/ 3390 h 3390"/>
              <a:gd name="connsiteX13" fmla="*/ 6301 w 6555"/>
              <a:gd name="connsiteY13" fmla="*/ 3390 h 3390"/>
              <a:gd name="connsiteX14" fmla="*/ 5252 w 6555"/>
              <a:gd name="connsiteY14" fmla="*/ 2930 h 3390"/>
              <a:gd name="connsiteX15" fmla="*/ 6180 w 6555"/>
              <a:gd name="connsiteY15" fmla="*/ 2600 h 3390"/>
              <a:gd name="connsiteX16" fmla="*/ 4657 w 6555"/>
              <a:gd name="connsiteY16" fmla="*/ 2245 h 3390"/>
              <a:gd name="connsiteX17" fmla="*/ 4995 w 6555"/>
              <a:gd name="connsiteY17" fmla="*/ 2026 h 3390"/>
              <a:gd name="connsiteX18" fmla="*/ 4645 w 6555"/>
              <a:gd name="connsiteY18" fmla="*/ 1902 h 3390"/>
              <a:gd name="connsiteX19" fmla="*/ 5235 w 6555"/>
              <a:gd name="connsiteY19" fmla="*/ 1741 h 3390"/>
              <a:gd name="connsiteX20" fmla="*/ 5600 w 6555"/>
              <a:gd name="connsiteY20" fmla="*/ 1640 h 3390"/>
              <a:gd name="connsiteX21" fmla="*/ 4680 w 6555"/>
              <a:gd name="connsiteY21" fmla="*/ 1600 h 3390"/>
              <a:gd name="connsiteX22" fmla="*/ 6555 w 6555"/>
              <a:gd name="connsiteY22" fmla="*/ 1237 h 3390"/>
              <a:gd name="connsiteX23" fmla="*/ 4660 w 6555"/>
              <a:gd name="connsiteY23" fmla="*/ 940 h 3390"/>
              <a:gd name="connsiteX24" fmla="*/ 6120 w 6555"/>
              <a:gd name="connsiteY24" fmla="*/ 706 h 3390"/>
              <a:gd name="connsiteX25" fmla="*/ 4489 w 6555"/>
              <a:gd name="connsiteY25" fmla="*/ 650 h 3390"/>
              <a:gd name="connsiteX26" fmla="*/ 4592 w 6555"/>
              <a:gd name="connsiteY26" fmla="*/ 585 h 3390"/>
              <a:gd name="connsiteX27" fmla="*/ 4296 w 6555"/>
              <a:gd name="connsiteY27" fmla="*/ 440 h 3390"/>
              <a:gd name="connsiteX28" fmla="*/ 4640 w 6555"/>
              <a:gd name="connsiteY28" fmla="*/ 0 h 3390"/>
              <a:gd name="connsiteX29" fmla="*/ 4095 w 6555"/>
              <a:gd name="connsiteY29" fmla="*/ 17 h 3390"/>
              <a:gd name="connsiteX30" fmla="*/ 2175 w 6555"/>
              <a:gd name="connsiteY30" fmla="*/ 16 h 3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55" h="3390">
                <a:moveTo>
                  <a:pt x="2175" y="16"/>
                </a:moveTo>
                <a:lnTo>
                  <a:pt x="480" y="197"/>
                </a:lnTo>
                <a:lnTo>
                  <a:pt x="2160" y="519"/>
                </a:lnTo>
                <a:lnTo>
                  <a:pt x="0" y="900"/>
                </a:lnTo>
                <a:lnTo>
                  <a:pt x="2380" y="1260"/>
                </a:lnTo>
                <a:lnTo>
                  <a:pt x="1140" y="1381"/>
                </a:lnTo>
                <a:lnTo>
                  <a:pt x="2520" y="1720"/>
                </a:lnTo>
                <a:lnTo>
                  <a:pt x="1020" y="1957"/>
                </a:lnTo>
                <a:lnTo>
                  <a:pt x="2640" y="2380"/>
                </a:lnTo>
                <a:lnTo>
                  <a:pt x="600" y="2900"/>
                </a:lnTo>
                <a:lnTo>
                  <a:pt x="440" y="2940"/>
                </a:lnTo>
                <a:lnTo>
                  <a:pt x="3169" y="3232"/>
                </a:lnTo>
                <a:lnTo>
                  <a:pt x="2963" y="3390"/>
                </a:lnTo>
                <a:lnTo>
                  <a:pt x="6301" y="3390"/>
                </a:lnTo>
                <a:lnTo>
                  <a:pt x="5252" y="2930"/>
                </a:lnTo>
                <a:lnTo>
                  <a:pt x="6180" y="2600"/>
                </a:lnTo>
                <a:lnTo>
                  <a:pt x="4657" y="2245"/>
                </a:lnTo>
                <a:lnTo>
                  <a:pt x="4995" y="2026"/>
                </a:lnTo>
                <a:lnTo>
                  <a:pt x="4645" y="1902"/>
                </a:lnTo>
                <a:lnTo>
                  <a:pt x="5235" y="1741"/>
                </a:lnTo>
                <a:lnTo>
                  <a:pt x="5600" y="1640"/>
                </a:lnTo>
                <a:lnTo>
                  <a:pt x="4680" y="1600"/>
                </a:lnTo>
                <a:lnTo>
                  <a:pt x="6555" y="1237"/>
                </a:lnTo>
                <a:lnTo>
                  <a:pt x="4660" y="940"/>
                </a:lnTo>
                <a:lnTo>
                  <a:pt x="6120" y="706"/>
                </a:lnTo>
                <a:lnTo>
                  <a:pt x="4489" y="650"/>
                </a:lnTo>
                <a:lnTo>
                  <a:pt x="4592" y="585"/>
                </a:lnTo>
                <a:lnTo>
                  <a:pt x="4296" y="440"/>
                </a:lnTo>
                <a:lnTo>
                  <a:pt x="4640" y="0"/>
                </a:lnTo>
                <a:lnTo>
                  <a:pt x="4095" y="17"/>
                </a:lnTo>
                <a:cubicBezTo>
                  <a:pt x="3454" y="14"/>
                  <a:pt x="2895" y="-14"/>
                  <a:pt x="2175" y="16"/>
                </a:cubicBezTo>
                <a:close/>
              </a:path>
            </a:pathLst>
          </a:custGeom>
          <a:gradFill>
            <a:gsLst>
              <a:gs pos="69000">
                <a:schemeClr val="accent2">
                  <a:alpha val="28000"/>
                </a:schemeClr>
              </a:gs>
              <a:gs pos="36000">
                <a:schemeClr val="accent1">
                  <a:alpha val="20000"/>
                </a:schemeClr>
              </a:gs>
              <a:gs pos="0">
                <a:schemeClr val="accent1">
                  <a:alpha val="5000"/>
                </a:schemeClr>
              </a:gs>
              <a:gs pos="100000">
                <a:schemeClr val="accent6">
                  <a:alpha val="10000"/>
                </a:schemeClr>
              </a:gs>
            </a:gsLst>
            <a:lin ang="5400000" scaled="0"/>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Arial" panose="020B0604020202090204" pitchFamily="34" charset="0"/>
            </a:endParaRPr>
          </a:p>
          <a:p>
            <a:pPr algn="ctr"/>
            <a:endParaRPr lang="en-US">
              <a:cs typeface="Arial" panose="020B0604020202090204" pitchFamily="34" charset="0"/>
            </a:endParaRPr>
          </a:p>
        </p:txBody>
      </p:sp>
      <p:sp>
        <p:nvSpPr>
          <p:cNvPr id="9" name="署名"/>
          <p:cNvSpPr txBox="1">
            <a:spLocks noGrp="1"/>
          </p:cNvSpPr>
          <p:nvPr>
            <p:ph type="body" idx="4" hasCustomPrompt="1"/>
            <p:custDataLst>
              <p:tags r:id="rId4"/>
            </p:custDataLst>
          </p:nvPr>
        </p:nvSpPr>
        <p:spPr>
          <a:xfrm>
            <a:off x="1487170" y="4304030"/>
            <a:ext cx="6520180" cy="509905"/>
          </a:xfrm>
          <a:prstGeom prst="rect">
            <a:avLst/>
          </a:prstGeom>
          <a:noFill/>
        </p:spPr>
        <p:txBody>
          <a:bodyPr wrap="square" lIns="91440" tIns="45720" rIns="91440" bIns="45720" rtlCol="0" anchor="ctr" anchorCtr="0">
            <a:normAutofit/>
          </a:bodyPr>
          <a:lstStyle>
            <a:lvl1pPr marL="0" marR="0" lvl="0" algn="l" defTabSz="914400" rtl="0" eaLnBrk="1" fontAlgn="ctr" latinLnBrk="0" hangingPunct="1">
              <a:lnSpc>
                <a:spcPct val="100000"/>
              </a:lnSpc>
              <a:buClrTx/>
              <a:buSzTx/>
              <a:buFontTx/>
              <a:buNone/>
              <a:defRPr kumimoji="0" lang="en-US" sz="1400" b="0" i="0" u="none" strike="noStrike" kern="1200" cap="none" spc="0" normalizeH="0" baseline="0" noProof="1" dirty="0">
                <a:solidFill>
                  <a:schemeClr val="tx1"/>
                </a:solidFill>
                <a:latin typeface="+mn-lt"/>
                <a:sym typeface="+mn-ea"/>
              </a:defRPr>
            </a:lvl1pPr>
          </a:lstStyle>
          <a:p>
            <a:pPr lvl="0" algn="l" fontAlgn="ctr">
              <a:buClrTx/>
              <a:buSzTx/>
              <a:buFontTx/>
            </a:pPr>
            <a:r>
              <a:rPr>
                <a:sym typeface="+mn-ea"/>
              </a:rPr>
              <a:t>Click to add text</a:t>
            </a:r>
            <a:endParaRPr>
              <a:sym typeface="+mn-ea"/>
            </a:endParaRPr>
          </a:p>
        </p:txBody>
      </p:sp>
      <p:sp>
        <p:nvSpPr>
          <p:cNvPr id="8" name="副标题"/>
          <p:cNvSpPr txBox="1">
            <a:spLocks noGrp="1"/>
          </p:cNvSpPr>
          <p:nvPr>
            <p:ph type="body" idx="3" hasCustomPrompt="1"/>
            <p:custDataLst>
              <p:tags r:id="rId5"/>
            </p:custDataLst>
          </p:nvPr>
        </p:nvSpPr>
        <p:spPr>
          <a:xfrm>
            <a:off x="1141095" y="3400425"/>
            <a:ext cx="6866256" cy="605790"/>
          </a:xfrm>
          <a:prstGeom prst="rect">
            <a:avLst/>
          </a:prstGeom>
          <a:noFill/>
        </p:spPr>
        <p:txBody>
          <a:bodyPr wrap="square" lIns="91440" tIns="45720" rIns="91440" bIns="45720" rtlCol="0" anchor="ctr" anchorCtr="0">
            <a:normAutofit/>
          </a:bodyPr>
          <a:lstStyle>
            <a:lvl1pPr marL="0" marR="0" lvl="0" algn="l" defTabSz="914400" rtl="0" eaLnBrk="1" fontAlgn="ctr" latinLnBrk="0" hangingPunct="1">
              <a:lnSpc>
                <a:spcPct val="100000"/>
              </a:lnSpc>
              <a:buClrTx/>
              <a:buSzTx/>
              <a:buFontTx/>
              <a:buNone/>
              <a:defRPr kumimoji="0" lang="en-US" sz="2800" b="0" i="0" u="none" strike="noStrike" kern="1200" cap="none" spc="0" normalizeH="0" baseline="0" noProof="1" dirty="0">
                <a:gradFill>
                  <a:gsLst>
                    <a:gs pos="0">
                      <a:schemeClr val="accent1">
                        <a:lumMod val="60000"/>
                        <a:lumOff val="40000"/>
                      </a:schemeClr>
                    </a:gs>
                    <a:gs pos="50000">
                      <a:schemeClr val="accent2">
                        <a:lumMod val="60000"/>
                        <a:lumOff val="40000"/>
                      </a:schemeClr>
                    </a:gs>
                    <a:gs pos="100000">
                      <a:schemeClr val="accent6">
                        <a:lumMod val="60000"/>
                        <a:lumOff val="40000"/>
                      </a:schemeClr>
                    </a:gs>
                  </a:gsLst>
                  <a:lin ang="4800000" scaled="0"/>
                </a:gradFill>
                <a:latin typeface="+mj-lt"/>
                <a:sym typeface="+mn-ea"/>
              </a:defRPr>
            </a:lvl1pPr>
          </a:lstStyle>
          <a:p>
            <a:pPr lvl="0" algn="l" fontAlgn="ctr">
              <a:buClrTx/>
              <a:buSzTx/>
              <a:buFontTx/>
            </a:pPr>
            <a:r>
              <a:rPr>
                <a:sym typeface="+mn-ea"/>
              </a:rPr>
              <a:t>Click to add text</a:t>
            </a:r>
            <a:endParaRPr>
              <a:sym typeface="+mn-ea"/>
            </a:endParaRPr>
          </a:p>
        </p:txBody>
      </p:sp>
      <p:sp>
        <p:nvSpPr>
          <p:cNvPr id="7" name="标题"/>
          <p:cNvSpPr txBox="1">
            <a:spLocks noGrp="1"/>
          </p:cNvSpPr>
          <p:nvPr>
            <p:ph type="title" idx="2" hasCustomPrompt="1"/>
            <p:custDataLst>
              <p:tags r:id="rId6"/>
            </p:custDataLst>
          </p:nvPr>
        </p:nvSpPr>
        <p:spPr>
          <a:xfrm>
            <a:off x="1141095" y="488950"/>
            <a:ext cx="6866255" cy="2911475"/>
          </a:xfrm>
          <a:prstGeom prst="rect">
            <a:avLst/>
          </a:prstGeom>
          <a:noFill/>
        </p:spPr>
        <p:txBody>
          <a:bodyPr wrap="square" lIns="91440" tIns="45720" rIns="91440" bIns="45720" rtlCol="0" anchor="b" anchorCtr="0">
            <a:normAutofit/>
          </a:bodyPr>
          <a:lstStyle>
            <a:lvl1pPr marL="0" marR="0" lvl="0" algn="l" defTabSz="914400" rtl="0" eaLnBrk="1" fontAlgn="ctr" latinLnBrk="0" hangingPunct="1">
              <a:lnSpc>
                <a:spcPct val="100000"/>
              </a:lnSpc>
              <a:buClrTx/>
              <a:buSzTx/>
              <a:buFontTx/>
              <a:buNone/>
              <a:defRPr kumimoji="0" lang="en-US" sz="5000" b="0" i="0" u="none" strike="noStrike" kern="1200" cap="none" spc="0" normalizeH="0" baseline="0" noProof="1" dirty="0">
                <a:ln w="3175">
                  <a:noFill/>
                </a:ln>
                <a:solidFill>
                  <a:schemeClr val="tx1"/>
                </a:solidFill>
                <a:latin typeface="+mj-lt"/>
                <a:sym typeface="+mn-ea"/>
              </a:defRPr>
            </a:lvl1pPr>
          </a:lstStyle>
          <a:p>
            <a:pPr lvl="0" algn="l" fontAlgn="ctr">
              <a:buClrTx/>
              <a:buSzTx/>
              <a:buFontTx/>
            </a:pPr>
            <a:r>
              <a:rPr dirty="0">
                <a:sym typeface="+mn-ea"/>
              </a:rPr>
              <a:t>Click to add title</a:t>
            </a:r>
            <a:endParaRPr dirty="0">
              <a:sym typeface="+mn-ea"/>
            </a:endParaRPr>
          </a:p>
        </p:txBody>
      </p:sp>
      <p:sp>
        <p:nvSpPr>
          <p:cNvPr id="38" name="同心圆 37"/>
          <p:cNvSpPr>
            <a:spLocks noChangeAspect="1"/>
          </p:cNvSpPr>
          <p:nvPr>
            <p:custDataLst>
              <p:tags r:id="rId7"/>
            </p:custDataLst>
          </p:nvPr>
        </p:nvSpPr>
        <p:spPr>
          <a:xfrm>
            <a:off x="1271270" y="4426547"/>
            <a:ext cx="216000" cy="216000"/>
          </a:xfrm>
          <a:prstGeom prst="donut">
            <a:avLst/>
          </a:prstGeom>
          <a:gradFill>
            <a:gsLst>
              <a:gs pos="0">
                <a:schemeClr val="accent1"/>
              </a:gs>
              <a:gs pos="50000">
                <a:schemeClr val="accent2"/>
              </a:gs>
              <a:gs pos="100000">
                <a:schemeClr val="accent6"/>
              </a:gs>
            </a:gsLst>
            <a:lin ang="7200000" scaled="0"/>
          </a:gradFill>
          <a:ln>
            <a:noFill/>
          </a:ln>
          <a:effectLst>
            <a:glow rad="1270000">
              <a:schemeClr val="bg1">
                <a:alpha val="5000"/>
              </a:schemeClr>
            </a:glow>
            <a:reflection blurRad="6350" stA="34000" endA="300" endPos="55000" dist="304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olidFill>
                <a:schemeClr val="tx1"/>
              </a:solidFill>
              <a:cs typeface="Arial" panose="020B0604020202090204" pitchFamily="34" charset="0"/>
              <a:sym typeface="+mn-lt"/>
            </a:endParaRPr>
          </a:p>
        </p:txBody>
      </p:sp>
      <p:sp>
        <p:nvSpPr>
          <p:cNvPr id="4" name="日期占位符 3"/>
          <p:cNvSpPr>
            <a:spLocks noGrp="1"/>
          </p:cNvSpPr>
          <p:nvPr>
            <p:ph type="dt" sz="half" idx="10"/>
            <p:custDataLst>
              <p:tags r:id="rId8"/>
            </p:custDataLst>
          </p:nvPr>
        </p:nvSpPr>
        <p:spPr>
          <a:xfrm>
            <a:off x="612000" y="6314400"/>
            <a:ext cx="2700000" cy="316800"/>
          </a:xfrm>
        </p:spPr>
        <p:txBody>
          <a:bodyPr/>
          <a:lstStyle/>
          <a:p>
            <a:r>
              <a:rPr lang="en-US"/>
              <a:t>Date Area</a:t>
            </a:r>
            <a:endParaRPr lang="en-US"/>
          </a:p>
        </p:txBody>
      </p:sp>
      <p:sp>
        <p:nvSpPr>
          <p:cNvPr id="5" name="页脚占位符 4"/>
          <p:cNvSpPr>
            <a:spLocks noGrp="1"/>
          </p:cNvSpPr>
          <p:nvPr>
            <p:ph type="ftr" sz="quarter" idx="11"/>
            <p:custDataLst>
              <p:tags r:id="rId9"/>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10"/>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8" name="正文"/>
          <p:cNvSpPr txBox="1">
            <a:spLocks noGrp="1"/>
          </p:cNvSpPr>
          <p:nvPr>
            <p:ph idx="2" hasCustomPrompt="1"/>
            <p:custDataLst>
              <p:tags r:id="rId2"/>
            </p:custDataLst>
          </p:nvPr>
        </p:nvSpPr>
        <p:spPr>
          <a:xfrm>
            <a:off x="608400" y="1490400"/>
            <a:ext cx="10969200" cy="47592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
                <a:srgbClr val="0CC9FF"/>
              </a:buClr>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solidFill>
                <a:uFillTx/>
                <a:latin typeface="+mn-lt"/>
                <a:sym typeface="+mn-ea"/>
              </a:defRPr>
            </a:lvl1pPr>
            <a:lvl2pPr marL="685800" marR="0" lvl="1" indent="-228600" fontAlgn="auto">
              <a:lnSpc>
                <a:spcPct val="120000"/>
              </a:lnSpc>
              <a:spcBef>
                <a:spcPts val="0"/>
              </a:spcBef>
              <a:spcAft>
                <a:spcPts val="600"/>
              </a:spcAft>
              <a:buFont typeface="Arial" panose="020B0604020202090204" pitchFamily="34" charset="0"/>
              <a:buChar char="●"/>
              <a:tabLst>
                <a:tab pos="1609725" algn="l"/>
              </a:tabLst>
              <a:defRPr kumimoji="0" sz="1600" b="0" i="0" u="none" strike="noStrike" cap="none" spc="150" normalizeH="0" baseline="0">
                <a:solidFill>
                  <a:schemeClr val="tx1"/>
                </a:solidFill>
                <a:uFillTx/>
                <a:latin typeface="+mn-lt"/>
              </a:defRPr>
            </a:lvl2pPr>
            <a:lvl3pPr marL="1143000" marR="0" lvl="2" indent="-228600" fontAlgn="auto">
              <a:lnSpc>
                <a:spcPct val="120000"/>
              </a:lnSpc>
              <a:spcBef>
                <a:spcPts val="0"/>
              </a:spcBef>
              <a:spcAft>
                <a:spcPts val="600"/>
              </a:spcAft>
              <a:buFont typeface="Arial" panose="020B0604020202090204" pitchFamily="34" charset="0"/>
              <a:buChar char="●"/>
              <a:defRPr kumimoji="0" sz="1600" b="0" i="0" u="none" strike="noStrike" cap="none" spc="150" normalizeH="0" baseline="0">
                <a:solidFill>
                  <a:schemeClr val="tx1"/>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n-lt"/>
              </a:defRPr>
            </a:lvl4pPr>
            <a:lvl5pPr marL="2057400" marR="0" lvl="4" indent="-228600" fontAlgn="auto">
              <a:lnSpc>
                <a:spcPct val="120000"/>
              </a:lnSpc>
              <a:spcBef>
                <a:spcPts val="0"/>
              </a:spcBef>
              <a:spcAft>
                <a:spcPts val="300"/>
              </a:spcAft>
              <a:buFont typeface="Arial" panose="020B0604020202090204" pitchFamily="34" charset="0"/>
              <a:buChar char="•"/>
              <a:defRPr kumimoji="0" sz="1400" b="0" i="0" u="none" strike="noStrike" cap="none" spc="150" normalizeH="0" baseline="0">
                <a:solidFill>
                  <a:schemeClr val="tx1"/>
                </a:solidFill>
                <a:uFillTx/>
                <a:latin typeface="+mn-lt"/>
              </a:defRPr>
            </a:lvl5pPr>
            <a:lvl6pPr indent="0">
              <a:lnSpc>
                <a:spcPct val="90000"/>
              </a:lnSpc>
              <a:spcBef>
                <a:spcPts val="500"/>
              </a:spcBef>
              <a:buFont typeface="Arial" panose="020B0604020202090204" pitchFamily="34" charset="0"/>
              <a:buNone/>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pPr lvl="0">
              <a:spcBef>
                <a:spcPts val="1200"/>
              </a:spcBef>
              <a:spcAft>
                <a:spcPts val="0"/>
              </a:spcAft>
              <a:buClr>
                <a:srgbClr val="0CC9FF"/>
              </a:buClr>
            </a:pPr>
            <a:r>
              <a:rPr dirty="0">
                <a:sym typeface="+mn-ea"/>
              </a:rPr>
              <a:t>Click to add text</a:t>
            </a:r>
            <a:endParaRPr dirty="0">
              <a:sym typeface="+mn-ea"/>
            </a:endParaRPr>
          </a:p>
        </p:txBody>
      </p:sp>
      <p:sp>
        <p:nvSpPr>
          <p:cNvPr id="7" name="标题"/>
          <p:cNvSpPr txBox="1">
            <a:spLocks noGrp="1"/>
          </p:cNvSpPr>
          <p:nvPr>
            <p:ph type="title" idx="1" hasCustomPrompt="1"/>
            <p:custDataLst>
              <p:tags r:id="rId3"/>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600" b="0" i="0" u="none" strike="noStrike" kern="1200" cap="none" spc="0" normalizeH="0" baseline="0" noProof="1" dirty="0">
                <a:ln>
                  <a:noFill/>
                  <a:prstDash val="sysDot"/>
                </a:ln>
                <a:solidFill>
                  <a:schemeClr val="tx1"/>
                </a:solidFill>
                <a:uFillTx/>
                <a:latin typeface="+mj-lt"/>
              </a:defRPr>
            </a:lvl1pPr>
          </a:lstStyle>
          <a:p>
            <a:pPr lvl="0" algn="ctr"/>
            <a:r>
              <a:rPr dirty="0">
                <a:sym typeface="+mn-ea"/>
              </a:rPr>
              <a:t>Click to add title</a:t>
            </a:r>
            <a:endParaRPr dirty="0">
              <a:sym typeface="+mn-ea"/>
            </a:endParaRPr>
          </a:p>
        </p:txBody>
      </p:sp>
      <p:sp>
        <p:nvSpPr>
          <p:cNvPr id="4" name="日期占位符 3"/>
          <p:cNvSpPr>
            <a:spLocks noGrp="1"/>
          </p:cNvSpPr>
          <p:nvPr>
            <p:ph type="dt" sz="half" idx="10"/>
            <p:custDataLst>
              <p:tags r:id="rId4"/>
            </p:custDataLst>
          </p:nvPr>
        </p:nvSpPr>
        <p:spPr>
          <a:xfrm>
            <a:off x="612000" y="6314400"/>
            <a:ext cx="2700000" cy="316800"/>
          </a:xfrm>
        </p:spPr>
        <p:txBody>
          <a:bodyPr/>
          <a:lstStyle/>
          <a:p>
            <a:r>
              <a:rPr lang="en-US"/>
              <a:t>Date Area</a:t>
            </a:r>
            <a:endParaRPr 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sp>
        <p:nvSpPr>
          <p:cNvPr id="6" name="标题"/>
          <p:cNvSpPr txBox="1">
            <a:spLocks noGrp="1"/>
          </p:cNvSpPr>
          <p:nvPr>
            <p:ph type="title" idx="1" hasCustomPrompt="1"/>
            <p:custDataLst>
              <p:tags r:id="rId2"/>
            </p:custDataLst>
          </p:nvPr>
        </p:nvSpPr>
        <p:spPr>
          <a:xfrm>
            <a:off x="513079" y="724535"/>
            <a:ext cx="10803669" cy="964565"/>
          </a:xfrm>
          <a:prstGeom prst="rect">
            <a:avLst/>
          </a:prstGeom>
          <a:noFill/>
        </p:spPr>
        <p:txBody>
          <a:bodyPr wrap="square" lIns="91440" tIns="45720" rIns="91440" bIns="45720" rtlCol="0" anchor="t">
            <a:normAutofit/>
          </a:bodyPr>
          <a:lstStyle>
            <a:lvl1pPr marL="0" marR="0" lvl="0" algn="ctr" defTabSz="914400" rtl="0" eaLnBrk="1" fontAlgn="auto" latinLnBrk="0" hangingPunct="1">
              <a:lnSpc>
                <a:spcPct val="100000"/>
              </a:lnSpc>
              <a:buClrTx/>
              <a:buSzTx/>
              <a:buFontTx/>
              <a:buNone/>
              <a:defRPr kumimoji="0" lang="en-US" sz="4800" b="0" i="0" u="none" strike="noStrike" kern="1200" cap="none" spc="0" normalizeH="0" baseline="0" noProof="1" dirty="0">
                <a:solidFill>
                  <a:schemeClr val="tx1"/>
                </a:solidFill>
                <a:latin typeface="+mj-lt"/>
                <a:sym typeface="+mn-ea"/>
              </a:defRPr>
            </a:lvl1pPr>
          </a:lstStyle>
          <a:p>
            <a:pPr lvl="0" algn="l">
              <a:buClrTx/>
              <a:buSzTx/>
              <a:buFontTx/>
            </a:pPr>
            <a:r>
              <a:rPr dirty="0" err="1">
                <a:sym typeface="+mn-ea"/>
              </a:rPr>
              <a:t>Click to add title</a:t>
            </a:r>
            <a:endParaRPr dirty="0" err="1">
              <a:sym typeface="+mn-ea"/>
            </a:endParaRPr>
          </a:p>
        </p:txBody>
      </p:sp>
      <p:sp>
        <p:nvSpPr>
          <p:cNvPr id="3" name="日期占位符 2"/>
          <p:cNvSpPr>
            <a:spLocks noGrp="1"/>
          </p:cNvSpPr>
          <p:nvPr>
            <p:ph type="dt" sz="half" idx="10"/>
            <p:custDataLst>
              <p:tags r:id="rId3"/>
            </p:custDataLst>
          </p:nvPr>
        </p:nvSpPr>
        <p:spPr>
          <a:xfrm>
            <a:off x="612000" y="6314400"/>
            <a:ext cx="2700000" cy="316800"/>
          </a:xfrm>
        </p:spPr>
        <p:txBody>
          <a:bodyPr/>
          <a:lstStyle/>
          <a:p>
            <a:r>
              <a:rPr lang="en-US"/>
              <a:t>Date Area</a:t>
            </a:r>
            <a:endParaRPr 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en-US" dirty="0"/>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9" name="任意多边形 8"/>
          <p:cNvSpPr/>
          <p:nvPr>
            <p:custDataLst>
              <p:tags r:id="rId2"/>
            </p:custDataLst>
          </p:nvPr>
        </p:nvSpPr>
        <p:spPr>
          <a:xfrm>
            <a:off x="10825480" y="5455285"/>
            <a:ext cx="1365885" cy="1403350"/>
          </a:xfrm>
          <a:custGeom>
            <a:avLst/>
            <a:gdLst/>
            <a:ahLst/>
            <a:cxnLst>
              <a:cxn ang="3">
                <a:pos x="hc" y="t"/>
              </a:cxn>
              <a:cxn ang="cd2">
                <a:pos x="l" y="vc"/>
              </a:cxn>
              <a:cxn ang="cd4">
                <a:pos x="hc" y="b"/>
              </a:cxn>
              <a:cxn ang="0">
                <a:pos x="r" y="vc"/>
              </a:cxn>
            </a:cxnLst>
            <a:rect l="l" t="t" r="r" b="b"/>
            <a:pathLst>
              <a:path w="2146" h="2201">
                <a:moveTo>
                  <a:pt x="1875" y="0"/>
                </a:moveTo>
                <a:cubicBezTo>
                  <a:pt x="1956" y="0"/>
                  <a:pt x="2036" y="5"/>
                  <a:pt x="2114" y="15"/>
                </a:cubicBezTo>
                <a:lnTo>
                  <a:pt x="2146" y="20"/>
                </a:lnTo>
                <a:lnTo>
                  <a:pt x="2146" y="1117"/>
                </a:lnTo>
                <a:lnTo>
                  <a:pt x="2133" y="1112"/>
                </a:lnTo>
                <a:cubicBezTo>
                  <a:pt x="2052" y="1085"/>
                  <a:pt x="1965" y="1070"/>
                  <a:pt x="1875" y="1070"/>
                </a:cubicBezTo>
                <a:cubicBezTo>
                  <a:pt x="1430" y="1070"/>
                  <a:pt x="1070" y="1430"/>
                  <a:pt x="1070" y="1875"/>
                </a:cubicBezTo>
                <a:cubicBezTo>
                  <a:pt x="1070" y="1986"/>
                  <a:pt x="1093" y="2092"/>
                  <a:pt x="1133" y="2188"/>
                </a:cubicBezTo>
                <a:lnTo>
                  <a:pt x="1139" y="2201"/>
                </a:lnTo>
                <a:lnTo>
                  <a:pt x="28" y="2201"/>
                </a:lnTo>
                <a:lnTo>
                  <a:pt x="22" y="2161"/>
                </a:lnTo>
                <a:cubicBezTo>
                  <a:pt x="7" y="2067"/>
                  <a:pt x="0" y="1972"/>
                  <a:pt x="0" y="1875"/>
                </a:cubicBezTo>
                <a:cubicBezTo>
                  <a:pt x="0" y="839"/>
                  <a:pt x="839" y="0"/>
                  <a:pt x="1875" y="0"/>
                </a:cubicBezTo>
                <a:close/>
              </a:path>
            </a:pathLst>
          </a:custGeom>
          <a:gradFill>
            <a:gsLst>
              <a:gs pos="0">
                <a:schemeClr val="accent1"/>
              </a:gs>
              <a:gs pos="50000">
                <a:schemeClr val="accent2"/>
              </a:gs>
              <a:gs pos="100000">
                <a:schemeClr val="accent6"/>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Arial" panose="020B0604020202090204" pitchFamily="34" charset="0"/>
            </a:endParaRPr>
          </a:p>
        </p:txBody>
      </p:sp>
      <p:sp>
        <p:nvSpPr>
          <p:cNvPr id="8" name="节编号"/>
          <p:cNvSpPr txBox="1">
            <a:spLocks noGrp="1"/>
          </p:cNvSpPr>
          <p:nvPr>
            <p:ph type="body" idx="2" hasCustomPrompt="1"/>
            <p:custDataLst>
              <p:tags r:id="rId3"/>
            </p:custDataLst>
          </p:nvPr>
        </p:nvSpPr>
        <p:spPr>
          <a:xfrm>
            <a:off x="1778466" y="2402206"/>
            <a:ext cx="2972604" cy="1822450"/>
          </a:xfrm>
          <a:prstGeom prst="rect">
            <a:avLst/>
          </a:prstGeom>
          <a:noFill/>
        </p:spPr>
        <p:txBody>
          <a:bodyPr wrap="none" lIns="91440" tIns="45720" rIns="91440" bIns="45720" rtlCol="0" anchor="ctr" anchorCtr="0">
            <a:noAutofit/>
          </a:bodyPr>
          <a:lstStyle>
            <a:lvl1pPr marL="0" marR="0" lvl="0" algn="l" defTabSz="914400" rtl="0" eaLnBrk="1" fontAlgn="ctr" latinLnBrk="0" hangingPunct="1">
              <a:lnSpc>
                <a:spcPct val="100000"/>
              </a:lnSpc>
              <a:buClrTx/>
              <a:buSzTx/>
              <a:buFontTx/>
              <a:buNone/>
              <a:defRPr kumimoji="0" lang="en-US" sz="9600" b="0" i="0" u="none" strike="noStrike" kern="1200" cap="none" spc="0" normalizeH="0" baseline="0" noProof="1" dirty="0">
                <a:gradFill>
                  <a:gsLst>
                    <a:gs pos="50000">
                      <a:schemeClr val="accent2">
                        <a:alpha val="50000"/>
                      </a:schemeClr>
                    </a:gs>
                    <a:gs pos="0">
                      <a:schemeClr val="accent1">
                        <a:alpha val="50000"/>
                      </a:schemeClr>
                    </a:gs>
                    <a:gs pos="100000">
                      <a:schemeClr val="accent6">
                        <a:alpha val="50000"/>
                      </a:schemeClr>
                    </a:gs>
                  </a:gsLst>
                  <a:lin ang="4800000" scaled="0"/>
                </a:gradFill>
                <a:latin typeface="+mn-lt"/>
                <a:sym typeface="+mn-ea"/>
              </a:defRPr>
            </a:lvl1pPr>
          </a:lstStyle>
          <a:p>
            <a:pPr lvl="0" algn="l" fontAlgn="ctr">
              <a:buClrTx/>
              <a:buSzTx/>
              <a:buFontTx/>
            </a:pPr>
            <a:r>
              <a:rPr dirty="0" err="1">
                <a:sym typeface="+mn-ea"/>
              </a:rPr>
              <a:t>Click to add text</a:t>
            </a:r>
            <a:endParaRPr dirty="0" err="1">
              <a:sym typeface="+mn-ea"/>
            </a:endParaRPr>
          </a:p>
        </p:txBody>
      </p:sp>
      <p:sp>
        <p:nvSpPr>
          <p:cNvPr id="7" name="标题"/>
          <p:cNvSpPr txBox="1">
            <a:spLocks noGrp="1"/>
          </p:cNvSpPr>
          <p:nvPr>
            <p:ph type="title" idx="1" hasCustomPrompt="1"/>
            <p:custDataLst>
              <p:tags r:id="rId4"/>
            </p:custDataLst>
          </p:nvPr>
        </p:nvSpPr>
        <p:spPr>
          <a:xfrm>
            <a:off x="4751070" y="2402205"/>
            <a:ext cx="6635115" cy="1822450"/>
          </a:xfrm>
          <a:prstGeom prst="rect">
            <a:avLst/>
          </a:prstGeom>
          <a:noFill/>
        </p:spPr>
        <p:txBody>
          <a:bodyPr wrap="square" lIns="0" tIns="0" rIns="0" bIns="0" rtlCol="0" anchor="ctr" anchorCtr="0">
            <a:normAutofit/>
          </a:bodyPr>
          <a:lstStyle>
            <a:lvl1pPr marL="0" marR="0" lvl="0" algn="l" defTabSz="914400" rtl="0" eaLnBrk="1" fontAlgn="ctr" latinLnBrk="0" hangingPunct="1">
              <a:lnSpc>
                <a:spcPct val="100000"/>
              </a:lnSpc>
              <a:buClrTx/>
              <a:buSzTx/>
              <a:buFontTx/>
              <a:buNone/>
              <a:defRPr kumimoji="0" lang="en-US" sz="3800" b="0" i="0" u="none" strike="noStrike" kern="1200" cap="none" spc="0" normalizeH="0" baseline="0" noProof="1" dirty="0">
                <a:solidFill>
                  <a:schemeClr val="tx1"/>
                </a:solidFill>
                <a:latin typeface="+mj-lt"/>
                <a:sym typeface="+mn-ea"/>
              </a:defRPr>
            </a:lvl1pPr>
          </a:lstStyle>
          <a:p>
            <a:pPr lvl="0" algn="l" fontAlgn="ctr">
              <a:buClrTx/>
              <a:buSzTx/>
              <a:buFontTx/>
            </a:pPr>
            <a:r>
              <a:rPr dirty="0">
                <a:sym typeface="+mn-ea"/>
              </a:rPr>
              <a:t>Click to add title</a:t>
            </a:r>
            <a:endParaRPr dirty="0">
              <a:sym typeface="+mn-ea"/>
            </a:endParaRPr>
          </a:p>
        </p:txBody>
      </p:sp>
      <p:sp>
        <p:nvSpPr>
          <p:cNvPr id="4" name="日期占位符 3"/>
          <p:cNvSpPr>
            <a:spLocks noGrp="1"/>
          </p:cNvSpPr>
          <p:nvPr>
            <p:ph type="dt" sz="half" idx="10"/>
            <p:custDataLst>
              <p:tags r:id="rId5"/>
            </p:custDataLst>
          </p:nvPr>
        </p:nvSpPr>
        <p:spPr>
          <a:xfrm>
            <a:off x="612000" y="6314400"/>
            <a:ext cx="2700000" cy="316800"/>
          </a:xfrm>
        </p:spPr>
        <p:txBody>
          <a:bodyPr/>
          <a:lstStyle/>
          <a:p>
            <a:r>
              <a:rPr lang="en-US"/>
              <a:t>Date Area</a:t>
            </a:r>
            <a:endParaRPr lang="en-US"/>
          </a:p>
        </p:txBody>
      </p:sp>
      <p:sp>
        <p:nvSpPr>
          <p:cNvPr id="5" name="页脚占位符 4"/>
          <p:cNvSpPr>
            <a:spLocks noGrp="1"/>
          </p:cNvSpPr>
          <p:nvPr>
            <p:ph type="ftr" sz="quarter" idx="11"/>
            <p:custDataLst>
              <p:tags r:id="rId6"/>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10" name="正文"/>
          <p:cNvSpPr txBox="1">
            <a:spLocks noGrp="1"/>
          </p:cNvSpPr>
          <p:nvPr>
            <p:ph idx="3" hasCustomPrompt="1"/>
            <p:custDataLst>
              <p:tags r:id="rId2"/>
            </p:custDataLst>
          </p:nvPr>
        </p:nvSpPr>
        <p:spPr>
          <a:xfrm>
            <a:off x="6400805"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solidFill>
                <a:uFillTx/>
                <a:latin typeface="+mn-lt"/>
                <a:sym typeface="+mn-ea"/>
              </a:defRPr>
            </a:lvl1pPr>
            <a:lvl2pPr marL="685800" marR="0" lvl="1" indent="-228600" fontAlgn="auto">
              <a:lnSpc>
                <a:spcPct val="120000"/>
              </a:lnSpc>
              <a:spcBef>
                <a:spcPts val="0"/>
              </a:spcBef>
              <a:spcAft>
                <a:spcPts val="600"/>
              </a:spcAft>
              <a:buFont typeface="Arial" panose="020B0604020202090204" pitchFamily="34" charset="0"/>
              <a:buChar char="●"/>
              <a:tabLst>
                <a:tab pos="1609725" algn="l"/>
              </a:tabLst>
              <a:defRPr kumimoji="0" sz="1600" b="0" i="0" u="none" strike="noStrike" cap="none" spc="150" normalizeH="0" baseline="0">
                <a:solidFill>
                  <a:schemeClr val="tx1"/>
                </a:solidFill>
                <a:uFillTx/>
                <a:latin typeface="+mn-lt"/>
              </a:defRPr>
            </a:lvl2pPr>
            <a:lvl3pPr marL="1143000" marR="0" lvl="2" indent="-228600" fontAlgn="auto">
              <a:lnSpc>
                <a:spcPct val="120000"/>
              </a:lnSpc>
              <a:spcBef>
                <a:spcPts val="0"/>
              </a:spcBef>
              <a:spcAft>
                <a:spcPts val="600"/>
              </a:spcAft>
              <a:buFont typeface="Arial" panose="020B0604020202090204" pitchFamily="34" charset="0"/>
              <a:buChar char="●"/>
              <a:defRPr kumimoji="0" sz="1600" b="0" i="0" u="none" strike="noStrike" cap="none" spc="150" normalizeH="0" baseline="0">
                <a:solidFill>
                  <a:schemeClr val="tx1"/>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n-lt"/>
              </a:defRPr>
            </a:lvl4pPr>
            <a:lvl5pPr marL="2057400" marR="0" lvl="4" indent="-228600" fontAlgn="auto">
              <a:lnSpc>
                <a:spcPct val="120000"/>
              </a:lnSpc>
              <a:spcBef>
                <a:spcPts val="0"/>
              </a:spcBef>
              <a:spcAft>
                <a:spcPts val="300"/>
              </a:spcAft>
              <a:buFont typeface="Arial" panose="020B0604020202090204" pitchFamily="34" charset="0"/>
              <a:buChar char="•"/>
              <a:defRPr kumimoji="0" sz="1400" b="0" i="0" u="none" strike="noStrike" cap="none" spc="150" normalizeH="0" baseline="0">
                <a:solidFill>
                  <a:schemeClr val="tx1"/>
                </a:solidFill>
                <a:uFillTx/>
                <a:latin typeface="+mn-lt"/>
              </a:defRPr>
            </a:lvl5pPr>
            <a:lvl6pPr indent="0">
              <a:lnSpc>
                <a:spcPct val="90000"/>
              </a:lnSpc>
              <a:spcBef>
                <a:spcPts val="500"/>
              </a:spcBef>
              <a:buFont typeface="Arial" panose="020B0604020202090204" pitchFamily="34" charset="0"/>
              <a:buNone/>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pPr lvl="0"/>
            <a:r>
              <a:rPr dirty="0">
                <a:sym typeface="+mn-ea"/>
              </a:rPr>
              <a:t>Click to add text</a:t>
            </a:r>
            <a:endParaRPr dirty="0">
              <a:sym typeface="+mn-ea"/>
            </a:endParaRPr>
          </a:p>
        </p:txBody>
      </p:sp>
      <p:sp>
        <p:nvSpPr>
          <p:cNvPr id="9" name="正文"/>
          <p:cNvSpPr txBox="1">
            <a:spLocks noGrp="1"/>
          </p:cNvSpPr>
          <p:nvPr>
            <p:ph idx="2" hasCustomPrompt="1"/>
            <p:custDataLst>
              <p:tags r:id="rId3"/>
            </p:custDataLst>
          </p:nvPr>
        </p:nvSpPr>
        <p:spPr>
          <a:xfrm>
            <a:off x="608400"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solidFill>
                <a:uFillTx/>
                <a:latin typeface="+mn-lt"/>
                <a:sym typeface="+mn-ea"/>
              </a:defRPr>
            </a:lvl1pPr>
            <a:lvl2pPr marL="685800" marR="0" lvl="1" indent="-228600" fontAlgn="auto">
              <a:lnSpc>
                <a:spcPct val="120000"/>
              </a:lnSpc>
              <a:spcBef>
                <a:spcPts val="0"/>
              </a:spcBef>
              <a:spcAft>
                <a:spcPts val="600"/>
              </a:spcAft>
              <a:buFont typeface="Arial" panose="020B0604020202090204" pitchFamily="34" charset="0"/>
              <a:buChar char="●"/>
              <a:tabLst>
                <a:tab pos="1609725" algn="l"/>
              </a:tabLst>
              <a:defRPr kumimoji="0" sz="1600" b="0" i="0" u="none" strike="noStrike" cap="none" spc="150" normalizeH="0" baseline="0">
                <a:solidFill>
                  <a:schemeClr val="tx1"/>
                </a:solidFill>
                <a:uFillTx/>
                <a:latin typeface="+mn-lt"/>
              </a:defRPr>
            </a:lvl2pPr>
            <a:lvl3pPr marL="1143000" marR="0" lvl="2" indent="-228600" fontAlgn="auto">
              <a:lnSpc>
                <a:spcPct val="120000"/>
              </a:lnSpc>
              <a:spcBef>
                <a:spcPts val="0"/>
              </a:spcBef>
              <a:spcAft>
                <a:spcPts val="600"/>
              </a:spcAft>
              <a:buFont typeface="Arial" panose="020B0604020202090204" pitchFamily="34" charset="0"/>
              <a:buChar char="●"/>
              <a:defRPr kumimoji="0" sz="1600" b="0" i="0" u="none" strike="noStrike" cap="none" spc="150" normalizeH="0" baseline="0">
                <a:solidFill>
                  <a:schemeClr val="tx1"/>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n-lt"/>
              </a:defRPr>
            </a:lvl4pPr>
            <a:lvl5pPr marL="2057400" marR="0" lvl="4" indent="-228600" fontAlgn="auto">
              <a:lnSpc>
                <a:spcPct val="120000"/>
              </a:lnSpc>
              <a:spcBef>
                <a:spcPts val="0"/>
              </a:spcBef>
              <a:spcAft>
                <a:spcPts val="300"/>
              </a:spcAft>
              <a:buFont typeface="Arial" panose="020B0604020202090204" pitchFamily="34" charset="0"/>
              <a:buChar char="•"/>
              <a:defRPr kumimoji="0" sz="1400" b="0" i="0" u="none" strike="noStrike" cap="none" spc="150" normalizeH="0" baseline="0">
                <a:solidFill>
                  <a:schemeClr val="tx1"/>
                </a:solidFill>
                <a:uFillTx/>
                <a:latin typeface="+mn-lt"/>
              </a:defRPr>
            </a:lvl5pPr>
            <a:lvl6pPr indent="0">
              <a:lnSpc>
                <a:spcPct val="90000"/>
              </a:lnSpc>
              <a:spcBef>
                <a:spcPts val="500"/>
              </a:spcBef>
              <a:buFont typeface="Arial" panose="020B0604020202090204" pitchFamily="34" charset="0"/>
              <a:buNone/>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pPr lvl="0"/>
            <a:r>
              <a:rPr dirty="0">
                <a:sym typeface="+mn-ea"/>
              </a:rPr>
              <a:t>Click to add text</a:t>
            </a:r>
            <a:endParaRPr dirty="0">
              <a:sym typeface="+mn-ea"/>
            </a:endParaRPr>
          </a:p>
        </p:txBody>
      </p:sp>
      <p:sp>
        <p:nvSpPr>
          <p:cNvPr id="8" name="标题"/>
          <p:cNvSpPr txBox="1">
            <a:spLocks noGrp="1"/>
          </p:cNvSpPr>
          <p:nvPr>
            <p:ph type="title" idx="1" hasCustomPrompt="1"/>
            <p:custDataLst>
              <p:tags r:id="rId4"/>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600" b="0" i="0" u="none" strike="noStrike" kern="1200" cap="none" spc="0" normalizeH="0" baseline="0" noProof="1" dirty="0">
                <a:ln>
                  <a:noFill/>
                  <a:prstDash val="sysDot"/>
                </a:ln>
                <a:solidFill>
                  <a:schemeClr val="tx1"/>
                </a:solidFill>
                <a:uFillTx/>
                <a:latin typeface="+mj-lt"/>
              </a:defRPr>
            </a:lvl1pPr>
          </a:lstStyle>
          <a:p>
            <a:pPr lvl="0" algn="ctr"/>
            <a:r>
              <a:rPr dirty="0">
                <a:sym typeface="+mn-ea"/>
              </a:rPr>
              <a:t>Click to add title</a:t>
            </a:r>
            <a:endParaRPr dirty="0">
              <a:sym typeface="+mn-ea"/>
            </a:endParaRPr>
          </a:p>
        </p:txBody>
      </p:sp>
      <p:sp>
        <p:nvSpPr>
          <p:cNvPr id="5" name="日期占位符 4"/>
          <p:cNvSpPr>
            <a:spLocks noGrp="1"/>
          </p:cNvSpPr>
          <p:nvPr>
            <p:ph type="dt" sz="half" idx="10"/>
            <p:custDataLst>
              <p:tags r:id="rId5"/>
            </p:custDataLst>
          </p:nvPr>
        </p:nvSpPr>
        <p:spPr>
          <a:xfrm>
            <a:off x="612000" y="6314400"/>
            <a:ext cx="2700000" cy="316800"/>
          </a:xfrm>
        </p:spPr>
        <p:txBody>
          <a:bodyPr/>
          <a:lstStyle/>
          <a:p>
            <a:r>
              <a:rPr lang="en-US"/>
              <a:t>Date Area</a:t>
            </a:r>
            <a:endParaRPr lang="en-US"/>
          </a:p>
        </p:txBody>
      </p:sp>
      <p:sp>
        <p:nvSpPr>
          <p:cNvPr id="6" name="页脚占位符 5"/>
          <p:cNvSpPr>
            <a:spLocks noGrp="1"/>
          </p:cNvSpPr>
          <p:nvPr>
            <p:ph type="ftr" sz="quarter" idx="11"/>
            <p:custDataLst>
              <p:tags r:id="rId6"/>
            </p:custDataLst>
          </p:nvPr>
        </p:nvSpPr>
        <p:spPr>
          <a:xfrm>
            <a:off x="4116000" y="6314400"/>
            <a:ext cx="3960000" cy="316800"/>
          </a:xfrm>
        </p:spPr>
        <p:txBody>
          <a:bodyPr/>
          <a:lstStyle/>
          <a:p>
            <a:endParaRPr lang="en-US" dirty="0"/>
          </a:p>
        </p:txBody>
      </p:sp>
      <p:sp>
        <p:nvSpPr>
          <p:cNvPr id="7" name="灯片编号占位符 6"/>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14" name="正文"/>
          <p:cNvSpPr txBox="1">
            <a:spLocks noGrp="1"/>
          </p:cNvSpPr>
          <p:nvPr>
            <p:ph idx="5" hasCustomPrompt="1"/>
            <p:custDataLst>
              <p:tags r:id="rId2"/>
            </p:custDataLst>
          </p:nvPr>
        </p:nvSpPr>
        <p:spPr>
          <a:xfrm>
            <a:off x="62352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solidFill>
                <a:uFillTx/>
                <a:latin typeface="+mn-lt"/>
                <a:sym typeface="+mn-ea"/>
              </a:defRPr>
            </a:lvl1pPr>
            <a:lvl2pPr marL="685800" marR="0" lvl="1" indent="-228600" fontAlgn="auto">
              <a:lnSpc>
                <a:spcPct val="120000"/>
              </a:lnSpc>
              <a:spcBef>
                <a:spcPts val="0"/>
              </a:spcBef>
              <a:spcAft>
                <a:spcPts val="600"/>
              </a:spcAft>
              <a:buFont typeface="Arial" panose="020B0604020202090204" pitchFamily="34" charset="0"/>
              <a:buChar char="●"/>
              <a:tabLst>
                <a:tab pos="1609725" algn="l"/>
              </a:tabLst>
              <a:defRPr kumimoji="0" sz="1600" b="0" i="0" u="none" strike="noStrike" cap="none" spc="150" normalizeH="0" baseline="0">
                <a:solidFill>
                  <a:schemeClr val="tx1"/>
                </a:solidFill>
                <a:uFillTx/>
                <a:latin typeface="+mn-lt"/>
              </a:defRPr>
            </a:lvl2pPr>
            <a:lvl3pPr marL="1143000" marR="0" lvl="2" indent="-228600" fontAlgn="auto">
              <a:lnSpc>
                <a:spcPct val="120000"/>
              </a:lnSpc>
              <a:spcBef>
                <a:spcPts val="0"/>
              </a:spcBef>
              <a:spcAft>
                <a:spcPts val="600"/>
              </a:spcAft>
              <a:buFont typeface="Arial" panose="020B0604020202090204" pitchFamily="34" charset="0"/>
              <a:buChar char="●"/>
              <a:defRPr kumimoji="0" sz="1600" b="0" i="0" u="none" strike="noStrike" cap="none" spc="150" normalizeH="0" baseline="0">
                <a:solidFill>
                  <a:schemeClr val="tx1"/>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n-lt"/>
              </a:defRPr>
            </a:lvl4pPr>
            <a:lvl5pPr marL="2057400" marR="0" lvl="4" indent="-228600" fontAlgn="auto">
              <a:lnSpc>
                <a:spcPct val="120000"/>
              </a:lnSpc>
              <a:spcBef>
                <a:spcPts val="0"/>
              </a:spcBef>
              <a:spcAft>
                <a:spcPts val="300"/>
              </a:spcAft>
              <a:buFont typeface="Arial" panose="020B0604020202090204" pitchFamily="34" charset="0"/>
              <a:buChar char="•"/>
              <a:defRPr kumimoji="0" sz="1400" b="0" i="0" u="none" strike="noStrike" cap="none" spc="150" normalizeH="0" baseline="0">
                <a:solidFill>
                  <a:schemeClr val="tx1"/>
                </a:solidFill>
                <a:uFillTx/>
                <a:latin typeface="+mn-lt"/>
              </a:defRPr>
            </a:lvl5pPr>
            <a:lvl6pPr indent="0">
              <a:lnSpc>
                <a:spcPct val="90000"/>
              </a:lnSpc>
              <a:spcBef>
                <a:spcPts val="500"/>
              </a:spcBef>
              <a:buFont typeface="Arial" panose="020B0604020202090204" pitchFamily="34" charset="0"/>
              <a:buNone/>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pPr lvl="0"/>
            <a:r>
              <a:rPr dirty="0">
                <a:sym typeface="+mn-ea"/>
              </a:rPr>
              <a:t>Click to add text</a:t>
            </a:r>
            <a:endParaRPr dirty="0">
              <a:sym typeface="+mn-ea"/>
            </a:endParaRPr>
          </a:p>
        </p:txBody>
      </p:sp>
      <p:sp>
        <p:nvSpPr>
          <p:cNvPr id="13" name="标题"/>
          <p:cNvSpPr txBox="1">
            <a:spLocks noGrp="1"/>
          </p:cNvSpPr>
          <p:nvPr>
            <p:ph type="title" idx="4" hasCustomPrompt="1"/>
            <p:custDataLst>
              <p:tags r:id="rId3"/>
            </p:custDataLst>
          </p:nvPr>
        </p:nvSpPr>
        <p:spPr>
          <a:xfrm>
            <a:off x="6235200" y="1429200"/>
            <a:ext cx="5342400" cy="39878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2200" b="0" i="0" u="none" strike="noStrike" kern="1200" cap="none" spc="0" normalizeH="0" baseline="0" noProof="1" dirty="0">
                <a:solidFill>
                  <a:schemeClr val="tx1"/>
                </a:solidFill>
                <a:uFillTx/>
                <a:latin typeface="+mj-lt"/>
              </a:defRPr>
            </a:lvl1pPr>
          </a:lstStyle>
          <a:p>
            <a:pPr lvl="0"/>
            <a:r>
              <a:rPr>
                <a:sym typeface="+mn-ea"/>
              </a:rPr>
              <a:t>Click to add title</a:t>
            </a:r>
            <a:endParaRPr>
              <a:sym typeface="+mn-ea"/>
            </a:endParaRPr>
          </a:p>
        </p:txBody>
      </p:sp>
      <p:sp>
        <p:nvSpPr>
          <p:cNvPr id="12" name="正文"/>
          <p:cNvSpPr txBox="1">
            <a:spLocks noGrp="1"/>
          </p:cNvSpPr>
          <p:nvPr>
            <p:ph idx="3" hasCustomPrompt="1"/>
            <p:custDataLst>
              <p:tags r:id="rId4"/>
            </p:custDataLst>
          </p:nvPr>
        </p:nvSpPr>
        <p:spPr>
          <a:xfrm>
            <a:off x="6084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solidFill>
                <a:uFillTx/>
                <a:latin typeface="+mn-lt"/>
                <a:sym typeface="+mn-ea"/>
              </a:defRPr>
            </a:lvl1pPr>
            <a:lvl2pPr marL="685800" marR="0" lvl="1" indent="-228600" fontAlgn="auto">
              <a:lnSpc>
                <a:spcPct val="120000"/>
              </a:lnSpc>
              <a:spcBef>
                <a:spcPts val="0"/>
              </a:spcBef>
              <a:spcAft>
                <a:spcPts val="600"/>
              </a:spcAft>
              <a:buFont typeface="Arial" panose="020B0604020202090204" pitchFamily="34" charset="0"/>
              <a:buChar char="●"/>
              <a:tabLst>
                <a:tab pos="1609725" algn="l"/>
              </a:tabLst>
              <a:defRPr kumimoji="0" sz="1600" b="0" i="0" u="none" strike="noStrike" cap="none" spc="150" normalizeH="0" baseline="0">
                <a:solidFill>
                  <a:schemeClr val="tx1"/>
                </a:solidFill>
                <a:uFillTx/>
                <a:latin typeface="+mn-lt"/>
              </a:defRPr>
            </a:lvl2pPr>
            <a:lvl3pPr marL="1143000" marR="0" lvl="2" indent="-228600" fontAlgn="auto">
              <a:lnSpc>
                <a:spcPct val="120000"/>
              </a:lnSpc>
              <a:spcBef>
                <a:spcPts val="0"/>
              </a:spcBef>
              <a:spcAft>
                <a:spcPts val="600"/>
              </a:spcAft>
              <a:buFont typeface="Arial" panose="020B0604020202090204" pitchFamily="34" charset="0"/>
              <a:buChar char="●"/>
              <a:defRPr kumimoji="0" sz="1600" b="0" i="0" u="none" strike="noStrike" cap="none" spc="150" normalizeH="0" baseline="0">
                <a:solidFill>
                  <a:schemeClr val="tx1"/>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n-lt"/>
              </a:defRPr>
            </a:lvl4pPr>
            <a:lvl5pPr marL="2057400" marR="0" lvl="4" indent="-228600" fontAlgn="auto">
              <a:lnSpc>
                <a:spcPct val="120000"/>
              </a:lnSpc>
              <a:spcBef>
                <a:spcPts val="0"/>
              </a:spcBef>
              <a:spcAft>
                <a:spcPts val="300"/>
              </a:spcAft>
              <a:buFont typeface="Arial" panose="020B0604020202090204" pitchFamily="34" charset="0"/>
              <a:buChar char="•"/>
              <a:defRPr kumimoji="0" sz="1400" b="0" i="0" u="none" strike="noStrike" cap="none" spc="150" normalizeH="0" baseline="0">
                <a:solidFill>
                  <a:schemeClr val="tx1"/>
                </a:solidFill>
                <a:uFillTx/>
                <a:latin typeface="+mn-lt"/>
              </a:defRPr>
            </a:lvl5pPr>
            <a:lvl6pPr indent="0">
              <a:lnSpc>
                <a:spcPct val="90000"/>
              </a:lnSpc>
              <a:spcBef>
                <a:spcPts val="500"/>
              </a:spcBef>
              <a:buFont typeface="Arial" panose="020B0604020202090204" pitchFamily="34" charset="0"/>
              <a:buNone/>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pPr lvl="0"/>
            <a:r>
              <a:rPr dirty="0">
                <a:sym typeface="+mn-ea"/>
              </a:rPr>
              <a:t>Click to add text</a:t>
            </a:r>
            <a:endParaRPr dirty="0">
              <a:sym typeface="+mn-ea"/>
            </a:endParaRPr>
          </a:p>
        </p:txBody>
      </p:sp>
      <p:sp>
        <p:nvSpPr>
          <p:cNvPr id="11" name="标题"/>
          <p:cNvSpPr txBox="1">
            <a:spLocks noGrp="1"/>
          </p:cNvSpPr>
          <p:nvPr>
            <p:ph type="title" idx="2" hasCustomPrompt="1"/>
            <p:custDataLst>
              <p:tags r:id="rId5"/>
            </p:custDataLst>
          </p:nvPr>
        </p:nvSpPr>
        <p:spPr>
          <a:xfrm>
            <a:off x="608400" y="1429200"/>
            <a:ext cx="5342400" cy="39878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2000" b="0" i="0" u="none" strike="noStrike" kern="1200" cap="none" spc="0" normalizeH="0" baseline="0" noProof="1">
                <a:solidFill>
                  <a:schemeClr val="tx1"/>
                </a:solidFill>
                <a:uFillTx/>
                <a:latin typeface="+mj-lt"/>
              </a:defRPr>
            </a:lvl1pPr>
          </a:lstStyle>
          <a:p>
            <a:pPr lvl="0"/>
            <a:r>
              <a:rPr dirty="0">
                <a:sym typeface="+mn-ea"/>
              </a:rPr>
              <a:t>Click to add title</a:t>
            </a:r>
            <a:endParaRPr dirty="0">
              <a:sym typeface="+mn-ea"/>
            </a:endParaRPr>
          </a:p>
        </p:txBody>
      </p:sp>
      <p:sp>
        <p:nvSpPr>
          <p:cNvPr id="10" name="标题"/>
          <p:cNvSpPr txBox="1">
            <a:spLocks noGrp="1"/>
          </p:cNvSpPr>
          <p:nvPr>
            <p:ph type="title" idx="1" hasCustomPrompt="1"/>
            <p:custDataLst>
              <p:tags r:id="rId6"/>
            </p:custDataLst>
          </p:nvPr>
        </p:nvSpPr>
        <p:spPr>
          <a:xfrm>
            <a:off x="608400" y="608400"/>
            <a:ext cx="10969200" cy="705600"/>
          </a:xfrm>
          <a:prstGeom prst="rect">
            <a:avLst/>
          </a:prstGeom>
          <a:noFill/>
          <a:ln>
            <a:noFill/>
            <a:prstDash val="sysDash"/>
          </a:ln>
        </p:spPr>
        <p:txBody>
          <a:bodyPr wrap="square" rtlCol="0">
            <a:normAutofit/>
          </a:bodyPr>
          <a:lstStyle>
            <a:lvl1pPr marL="0" marR="0" algn="ctr" defTabSz="914400" rtl="0" eaLnBrk="1" fontAlgn="auto" latinLnBrk="0" hangingPunct="1">
              <a:lnSpc>
                <a:spcPct val="100000"/>
              </a:lnSpc>
              <a:buClrTx/>
              <a:buSzTx/>
              <a:buFontTx/>
              <a:buNone/>
              <a:defRPr kumimoji="0" lang="en-US" sz="3600" b="0" i="0" u="none" strike="noStrike" kern="1200" cap="none" spc="0" normalizeH="0" baseline="0" noProof="1" dirty="0">
                <a:ln>
                  <a:noFill/>
                  <a:prstDash val="sysDot"/>
                </a:ln>
                <a:solidFill>
                  <a:schemeClr val="tx1"/>
                </a:solidFill>
                <a:uFillTx/>
                <a:latin typeface="+mj-lt"/>
              </a:defRPr>
            </a:lvl1pPr>
          </a:lstStyle>
          <a:p>
            <a:pPr lvl="0" algn="ctr"/>
            <a:r>
              <a:rPr dirty="0">
                <a:sym typeface="+mn-ea"/>
              </a:rPr>
              <a:t>Click to add title</a:t>
            </a:r>
            <a:endParaRPr dirty="0">
              <a:sym typeface="+mn-ea"/>
            </a:endParaRPr>
          </a:p>
        </p:txBody>
      </p:sp>
      <p:sp>
        <p:nvSpPr>
          <p:cNvPr id="7" name="日期占位符 6"/>
          <p:cNvSpPr>
            <a:spLocks noGrp="1"/>
          </p:cNvSpPr>
          <p:nvPr>
            <p:ph type="dt" sz="half" idx="10"/>
            <p:custDataLst>
              <p:tags r:id="rId7"/>
            </p:custDataLst>
          </p:nvPr>
        </p:nvSpPr>
        <p:spPr>
          <a:xfrm>
            <a:off x="612000" y="6314400"/>
            <a:ext cx="2700000" cy="316800"/>
          </a:xfrm>
        </p:spPr>
        <p:txBody>
          <a:bodyPr/>
          <a:lstStyle/>
          <a:p>
            <a:r>
              <a:rPr lang="en-US"/>
              <a:t>Date Area</a:t>
            </a:r>
            <a:endParaRPr lang="en-US"/>
          </a:p>
        </p:txBody>
      </p:sp>
      <p:sp>
        <p:nvSpPr>
          <p:cNvPr id="8" name="页脚占位符 7"/>
          <p:cNvSpPr>
            <a:spLocks noGrp="1"/>
          </p:cNvSpPr>
          <p:nvPr>
            <p:ph type="ftr" sz="quarter" idx="11"/>
            <p:custDataLst>
              <p:tags r:id="rId8"/>
            </p:custDataLst>
          </p:nvPr>
        </p:nvSpPr>
        <p:spPr>
          <a:xfrm>
            <a:off x="4116000" y="6314400"/>
            <a:ext cx="3960000" cy="316800"/>
          </a:xfrm>
        </p:spPr>
        <p:txBody>
          <a:bodyPr/>
          <a:lstStyle/>
          <a:p>
            <a:endParaRPr lang="en-US" dirty="0"/>
          </a:p>
        </p:txBody>
      </p:sp>
      <p:sp>
        <p:nvSpPr>
          <p:cNvPr id="9" name="灯片编号占位符 8"/>
          <p:cNvSpPr>
            <a:spLocks noGrp="1"/>
          </p:cNvSpPr>
          <p:nvPr>
            <p:ph type="sldNum" sz="quarter" idx="12"/>
            <p:custDataLst>
              <p:tags r:id="rId9"/>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6" name="标题"/>
          <p:cNvSpPr txBox="1">
            <a:spLocks noGrp="1"/>
          </p:cNvSpPr>
          <p:nvPr>
            <p:ph type="title" idx="1" hasCustomPrompt="1"/>
            <p:custDataLst>
              <p:tags r:id="rId2"/>
            </p:custDataLst>
          </p:nvPr>
        </p:nvSpPr>
        <p:spPr>
          <a:xfrm>
            <a:off x="608400" y="608400"/>
            <a:ext cx="10969200" cy="705600"/>
          </a:xfrm>
          <a:prstGeom prst="rect">
            <a:avLst/>
          </a:prstGeom>
          <a:noFill/>
          <a:ln>
            <a:noFill/>
            <a:prstDash val="sysDash"/>
          </a:ln>
        </p:spPr>
        <p:txBody>
          <a:bodyPr wrap="square" rtlCol="0">
            <a:normAutofit/>
          </a:bodyPr>
          <a:lstStyle>
            <a:lvl1pPr marL="0" marR="0" indent="0" algn="ctr" defTabSz="914400" rtl="0" eaLnBrk="1" fontAlgn="auto" latinLnBrk="0" hangingPunct="1">
              <a:lnSpc>
                <a:spcPct val="100000"/>
              </a:lnSpc>
              <a:buClrTx/>
              <a:buSzTx/>
              <a:buFontTx/>
              <a:buNone/>
              <a:defRPr kumimoji="0" lang="en-US" sz="3600" b="0" i="0" u="none" strike="noStrike" kern="1200" cap="none" spc="0" normalizeH="0" baseline="0" noProof="1" dirty="0">
                <a:ln>
                  <a:noFill/>
                  <a:prstDash val="sysDot"/>
                </a:ln>
                <a:solidFill>
                  <a:schemeClr val="tx1"/>
                </a:solidFill>
                <a:uFillTx/>
                <a:latin typeface="+mj-lt"/>
              </a:defRPr>
            </a:lvl1pPr>
          </a:lstStyle>
          <a:p>
            <a:pPr lvl="0" algn="ctr"/>
            <a:r>
              <a:rPr>
                <a:sym typeface="+mn-ea"/>
              </a:rPr>
              <a:t>Click to add title</a:t>
            </a:r>
            <a:endParaRPr>
              <a:sym typeface="+mn-ea"/>
            </a:endParaRPr>
          </a:p>
        </p:txBody>
      </p:sp>
      <p:sp>
        <p:nvSpPr>
          <p:cNvPr id="3" name="日期占位符 2"/>
          <p:cNvSpPr>
            <a:spLocks noGrp="1"/>
          </p:cNvSpPr>
          <p:nvPr>
            <p:ph type="dt" sz="half" idx="10"/>
            <p:custDataLst>
              <p:tags r:id="rId3"/>
            </p:custDataLst>
          </p:nvPr>
        </p:nvSpPr>
        <p:spPr>
          <a:xfrm>
            <a:off x="612000" y="6314400"/>
            <a:ext cx="2700000" cy="316800"/>
          </a:xfrm>
        </p:spPr>
        <p:txBody>
          <a:bodyPr/>
          <a:lstStyle/>
          <a:p>
            <a:r>
              <a:rPr lang="en-US"/>
              <a:t>Date Area</a:t>
            </a:r>
            <a:endParaRPr 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en-US" dirty="0"/>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p>
            <a:endParaRPr lang="en-US" dirty="0"/>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showMasterSp="0">
  <p:cSld name="Content Only">
    <p:spTree>
      <p:nvGrpSpPr>
        <p:cNvPr id="1" name=""/>
        <p:cNvGrpSpPr/>
        <p:nvPr/>
      </p:nvGrpSpPr>
      <p:grpSpPr>
        <a:xfrm>
          <a:off x="0" y="0"/>
          <a:ext cx="0" cy="0"/>
          <a:chOff x="0" y="0"/>
          <a:chExt cx="0" cy="0"/>
        </a:xfrm>
      </p:grpSpPr>
      <p:sp>
        <p:nvSpPr>
          <p:cNvPr id="7" name="正文"/>
          <p:cNvSpPr txBox="1">
            <a:spLocks noGrp="1"/>
          </p:cNvSpPr>
          <p:nvPr>
            <p:ph idx="1" hasCustomPrompt="1"/>
            <p:custDataLst>
              <p:tags r:id="rId2"/>
            </p:custDataLst>
          </p:nvPr>
        </p:nvSpPr>
        <p:spPr>
          <a:xfrm>
            <a:off x="695960" y="360045"/>
            <a:ext cx="10801985" cy="581787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90204" pitchFamily="34" charset="0"/>
              <a:buChar char="●"/>
              <a:defRPr kumimoji="0" lang="en-US" sz="1800" b="0" i="0" u="none" strike="noStrike" kern="1200" cap="none" spc="0" normalizeH="0" baseline="0" noProof="1" dirty="0">
                <a:ln>
                  <a:noFill/>
                  <a:prstDash val="sysDot"/>
                </a:ln>
                <a:solidFill>
                  <a:schemeClr val="tx1"/>
                </a:solidFill>
                <a:uFillTx/>
                <a:latin typeface="+mn-lt"/>
                <a:sym typeface="+mn-ea"/>
              </a:defRPr>
            </a:lvl1pPr>
            <a:lvl2pPr marL="685800" marR="0" lvl="1" indent="-228600" fontAlgn="auto">
              <a:lnSpc>
                <a:spcPct val="120000"/>
              </a:lnSpc>
              <a:spcBef>
                <a:spcPts val="0"/>
              </a:spcBef>
              <a:spcAft>
                <a:spcPts val="600"/>
              </a:spcAft>
              <a:buFont typeface="Arial" panose="020B0604020202090204" pitchFamily="34" charset="0"/>
              <a:buChar char="●"/>
              <a:tabLst>
                <a:tab pos="1609725" algn="l"/>
              </a:tabLst>
              <a:defRPr kumimoji="0" sz="1600" b="0" i="0" u="none" strike="noStrike" cap="none" spc="150" normalizeH="0" baseline="0">
                <a:solidFill>
                  <a:schemeClr val="tx1"/>
                </a:solidFill>
                <a:uFillTx/>
                <a:latin typeface="+mn-lt"/>
              </a:defRPr>
            </a:lvl2pPr>
            <a:lvl3pPr marL="1143000" marR="0" lvl="2" indent="-228600" fontAlgn="auto">
              <a:lnSpc>
                <a:spcPct val="120000"/>
              </a:lnSpc>
              <a:spcBef>
                <a:spcPts val="0"/>
              </a:spcBef>
              <a:spcAft>
                <a:spcPts val="600"/>
              </a:spcAft>
              <a:buFont typeface="Arial" panose="020B0604020202090204" pitchFamily="34" charset="0"/>
              <a:buChar char="●"/>
              <a:defRPr kumimoji="0" sz="1600" b="0" i="0" u="none" strike="noStrike" cap="none" spc="150" normalizeH="0" baseline="0">
                <a:solidFill>
                  <a:schemeClr val="tx1"/>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solidFill>
                <a:uFillTx/>
                <a:latin typeface="+mn-lt"/>
              </a:defRPr>
            </a:lvl4pPr>
            <a:lvl5pPr marL="2057400" marR="0" lvl="4" indent="-228600" fontAlgn="auto">
              <a:lnSpc>
                <a:spcPct val="120000"/>
              </a:lnSpc>
              <a:spcBef>
                <a:spcPts val="0"/>
              </a:spcBef>
              <a:spcAft>
                <a:spcPts val="300"/>
              </a:spcAft>
              <a:buFont typeface="Arial" panose="020B0604020202090204" pitchFamily="34" charset="0"/>
              <a:buChar char="•"/>
              <a:defRPr kumimoji="0" sz="1400" b="0" i="0" u="none" strike="noStrike" cap="none" spc="150" normalizeH="0" baseline="0">
                <a:solidFill>
                  <a:schemeClr val="tx1"/>
                </a:solidFill>
                <a:uFillTx/>
                <a:latin typeface="+mn-lt"/>
              </a:defRPr>
            </a:lvl5pPr>
            <a:lvl6pPr indent="0">
              <a:lnSpc>
                <a:spcPct val="90000"/>
              </a:lnSpc>
              <a:spcBef>
                <a:spcPts val="500"/>
              </a:spcBef>
              <a:buFont typeface="Arial" panose="020B0604020202090204" pitchFamily="34" charset="0"/>
              <a:buNone/>
            </a:lvl6pPr>
            <a:lvl7pPr marL="2971800" indent="-228600">
              <a:lnSpc>
                <a:spcPct val="90000"/>
              </a:lnSpc>
              <a:spcBef>
                <a:spcPts val="500"/>
              </a:spcBef>
              <a:buFont typeface="Arial" panose="020B0604020202090204" pitchFamily="34" charset="0"/>
              <a:buChar char="•"/>
            </a:lvl7pPr>
            <a:lvl8pPr marL="3429000" indent="-228600">
              <a:lnSpc>
                <a:spcPct val="90000"/>
              </a:lnSpc>
              <a:spcBef>
                <a:spcPts val="500"/>
              </a:spcBef>
              <a:buFont typeface="Arial" panose="020B0604020202090204" pitchFamily="34" charset="0"/>
              <a:buChar char="•"/>
            </a:lvl8pPr>
            <a:lvl9pPr marL="3886200" indent="-228600">
              <a:lnSpc>
                <a:spcPct val="90000"/>
              </a:lnSpc>
              <a:spcBef>
                <a:spcPts val="500"/>
              </a:spcBef>
              <a:buFont typeface="Arial" panose="020B0604020202090204" pitchFamily="34" charset="0"/>
              <a:buChar char="•"/>
            </a:lvl9pPr>
          </a:lstStyle>
          <a:p>
            <a:pPr lvl="0"/>
            <a:r>
              <a:rPr dirty="0">
                <a:sym typeface="+mn-ea"/>
              </a:rPr>
              <a:t>Click to add text</a:t>
            </a:r>
            <a:endParaRPr dirty="0">
              <a:sym typeface="+mn-ea"/>
            </a:endParaRPr>
          </a:p>
        </p:txBody>
      </p:sp>
      <p:sp>
        <p:nvSpPr>
          <p:cNvPr id="4" name="日期占位符 3"/>
          <p:cNvSpPr>
            <a:spLocks noGrp="1"/>
          </p:cNvSpPr>
          <p:nvPr>
            <p:ph type="dt" sz="half" idx="10"/>
            <p:custDataLst>
              <p:tags r:id="rId3"/>
            </p:custDataLst>
          </p:nvPr>
        </p:nvSpPr>
        <p:spPr>
          <a:xfrm>
            <a:off x="612000" y="6314400"/>
            <a:ext cx="2700000" cy="316800"/>
          </a:xfrm>
        </p:spPr>
        <p:txBody>
          <a:bodyPr/>
          <a:lstStyle/>
          <a:p>
            <a:r>
              <a:rPr lang="en-US"/>
              <a:t>Date Area</a:t>
            </a:r>
            <a:endParaRPr lang="en-US"/>
          </a:p>
        </p:txBody>
      </p:sp>
      <p:sp>
        <p:nvSpPr>
          <p:cNvPr id="5" name="页脚占位符 4"/>
          <p:cNvSpPr>
            <a:spLocks noGrp="1"/>
          </p:cNvSpPr>
          <p:nvPr>
            <p:ph type="ftr" sz="quarter" idx="11"/>
            <p:custDataLst>
              <p:tags r:id="rId4"/>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showMasterSp="0">
  <p:cSld name="Title and Subtitle">
    <p:spTree>
      <p:nvGrpSpPr>
        <p:cNvPr id="1" name=""/>
        <p:cNvGrpSpPr/>
        <p:nvPr/>
      </p:nvGrpSpPr>
      <p:grpSpPr>
        <a:xfrm>
          <a:off x="0" y="0"/>
          <a:ext cx="0" cy="0"/>
          <a:chOff x="0" y="0"/>
          <a:chExt cx="0" cy="0"/>
        </a:xfrm>
      </p:grpSpPr>
      <p:sp>
        <p:nvSpPr>
          <p:cNvPr id="7" name="副标题"/>
          <p:cNvSpPr txBox="1">
            <a:spLocks noGrp="1"/>
          </p:cNvSpPr>
          <p:nvPr>
            <p:ph type="body" idx="2" hasCustomPrompt="1"/>
            <p:custDataLst>
              <p:tags r:id="rId2"/>
            </p:custDataLst>
          </p:nvPr>
        </p:nvSpPr>
        <p:spPr>
          <a:xfrm>
            <a:off x="695960" y="1301750"/>
            <a:ext cx="10799088" cy="405553"/>
          </a:xfrm>
          <a:prstGeom prst="rect">
            <a:avLst/>
          </a:prstGeom>
          <a:noFill/>
          <a:ln>
            <a:noFill/>
            <a:prstDash val="sysDash"/>
          </a:ln>
        </p:spPr>
        <p:txBody>
          <a:bodyPr wrap="square" rtlCol="0">
            <a:normAutofit/>
          </a:bodyPr>
          <a:lstStyle>
            <a:lvl1pPr marL="0" marR="0" algn="ctr" defTabSz="914400" rtl="0" eaLnBrk="1" fontAlgn="auto" latinLnBrk="0" hangingPunct="1">
              <a:lnSpc>
                <a:spcPct val="100000"/>
              </a:lnSpc>
              <a:buClrTx/>
              <a:buSzTx/>
              <a:buFontTx/>
              <a:buNone/>
              <a:defRPr kumimoji="0" lang="en-US" sz="2000" b="0" i="0" u="none" strike="noStrike" kern="1200" cap="none" spc="0" normalizeH="0" baseline="0" noProof="1" dirty="0">
                <a:solidFill>
                  <a:schemeClr val="tx1"/>
                </a:solidFill>
                <a:uFillTx/>
                <a:latin typeface="+mj-lt"/>
              </a:defRPr>
            </a:lvl1pPr>
          </a:lstStyle>
          <a:p>
            <a:pPr lvl="0" algn="ctr"/>
            <a:r>
              <a:rPr dirty="0">
                <a:sym typeface="+mn-ea"/>
              </a:rPr>
              <a:t>Click to add text</a:t>
            </a:r>
            <a:endParaRPr dirty="0">
              <a:sym typeface="+mn-ea"/>
            </a:endParaRPr>
          </a:p>
        </p:txBody>
      </p:sp>
      <p:sp>
        <p:nvSpPr>
          <p:cNvPr id="6" name="标题"/>
          <p:cNvSpPr txBox="1">
            <a:spLocks noGrp="1"/>
          </p:cNvSpPr>
          <p:nvPr>
            <p:ph type="title" idx="1" hasCustomPrompt="1"/>
            <p:custDataLst>
              <p:tags r:id="rId3"/>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600" b="0" i="0" u="none" strike="noStrike" kern="1200" cap="none" spc="0" normalizeH="0" baseline="0" noProof="1" dirty="0">
                <a:ln>
                  <a:noFill/>
                  <a:prstDash val="sysDot"/>
                </a:ln>
                <a:solidFill>
                  <a:schemeClr val="tx1"/>
                </a:solidFill>
                <a:uFillTx/>
                <a:latin typeface="+mj-lt"/>
              </a:defRPr>
            </a:lvl1pPr>
          </a:lstStyle>
          <a:p>
            <a:pPr lvl="0" algn="ctr"/>
            <a:r>
              <a:rPr>
                <a:sym typeface="+mn-ea"/>
              </a:rPr>
              <a:t>Click to add title</a:t>
            </a:r>
            <a:endParaRPr>
              <a:sym typeface="+mn-ea"/>
            </a:endParaRPr>
          </a:p>
        </p:txBody>
      </p:sp>
      <p:sp>
        <p:nvSpPr>
          <p:cNvPr id="3" name="日期占位符 2"/>
          <p:cNvSpPr>
            <a:spLocks noGrp="1"/>
          </p:cNvSpPr>
          <p:nvPr>
            <p:ph type="dt" sz="half" idx="10"/>
            <p:custDataLst>
              <p:tags r:id="rId4"/>
            </p:custDataLst>
          </p:nvPr>
        </p:nvSpPr>
        <p:spPr>
          <a:xfrm>
            <a:off x="612000" y="6314400"/>
            <a:ext cx="2700000" cy="316800"/>
          </a:xfrm>
        </p:spPr>
        <p:txBody>
          <a:bodyPr/>
          <a:lstStyle/>
          <a:p>
            <a:r>
              <a:rPr lang="en-US"/>
              <a:t>Date Area</a:t>
            </a:r>
            <a:endParaRPr lang="en-US"/>
          </a:p>
        </p:txBody>
      </p:sp>
      <p:sp>
        <p:nvSpPr>
          <p:cNvPr id="4" name="页脚占位符 3"/>
          <p:cNvSpPr>
            <a:spLocks noGrp="1"/>
          </p:cNvSpPr>
          <p:nvPr>
            <p:ph type="ftr" sz="quarter" idx="11"/>
            <p:custDataLst>
              <p:tags r:id="rId5"/>
            </p:custDataLst>
          </p:nvPr>
        </p:nvSpPr>
        <p:spPr>
          <a:xfrm>
            <a:off x="4116000" y="6314400"/>
            <a:ext cx="3960000" cy="316800"/>
          </a:xfrm>
        </p:spPr>
        <p:txBody>
          <a:bodyPr/>
          <a:lstStyle/>
          <a:p>
            <a:endParaRPr lang="en-US" dirty="0"/>
          </a:p>
        </p:txBody>
      </p:sp>
      <p:sp>
        <p:nvSpPr>
          <p:cNvPr id="5" name="灯片编号占位符 4"/>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showMasterSp="0">
  <p:cSld name="End Slide">
    <p:spTree>
      <p:nvGrpSpPr>
        <p:cNvPr id="1" name=""/>
        <p:cNvGrpSpPr/>
        <p:nvPr/>
      </p:nvGrpSpPr>
      <p:grpSpPr>
        <a:xfrm>
          <a:off x="0" y="0"/>
          <a:ext cx="0" cy="0"/>
          <a:chOff x="0" y="0"/>
          <a:chExt cx="0" cy="0"/>
        </a:xfrm>
      </p:grpSpPr>
      <p:sp>
        <p:nvSpPr>
          <p:cNvPr id="19" name="任意多边形 18"/>
          <p:cNvSpPr/>
          <p:nvPr>
            <p:custDataLst>
              <p:tags r:id="rId2"/>
            </p:custDataLst>
          </p:nvPr>
        </p:nvSpPr>
        <p:spPr>
          <a:xfrm>
            <a:off x="8206740" y="227860"/>
            <a:ext cx="3985260" cy="4081237"/>
          </a:xfrm>
          <a:custGeom>
            <a:avLst/>
            <a:gdLst/>
            <a:ahLst/>
            <a:cxnLst>
              <a:cxn ang="3">
                <a:pos x="hc" y="t"/>
              </a:cxn>
              <a:cxn ang="cd2">
                <a:pos x="l" y="vc"/>
              </a:cxn>
              <a:cxn ang="cd4">
                <a:pos x="hc" y="b"/>
              </a:cxn>
              <a:cxn ang="0">
                <a:pos x="r" y="vc"/>
              </a:cxn>
            </a:cxnLst>
            <a:rect l="l" t="t" r="r" b="b"/>
            <a:pathLst>
              <a:path w="6276" h="6427">
                <a:moveTo>
                  <a:pt x="6276" y="0"/>
                </a:moveTo>
                <a:lnTo>
                  <a:pt x="6276" y="2460"/>
                </a:lnTo>
                <a:lnTo>
                  <a:pt x="6274" y="2460"/>
                </a:lnTo>
                <a:cubicBezTo>
                  <a:pt x="4153" y="2541"/>
                  <a:pt x="2458" y="4286"/>
                  <a:pt x="2458" y="6427"/>
                </a:cubicBezTo>
                <a:lnTo>
                  <a:pt x="0" y="6426"/>
                </a:lnTo>
                <a:cubicBezTo>
                  <a:pt x="0" y="2932"/>
                  <a:pt x="2789" y="88"/>
                  <a:pt x="6262" y="0"/>
                </a:cubicBezTo>
                <a:lnTo>
                  <a:pt x="6276" y="0"/>
                </a:lnTo>
                <a:close/>
              </a:path>
            </a:pathLst>
          </a:custGeom>
          <a:gradFill>
            <a:gsLst>
              <a:gs pos="0">
                <a:schemeClr val="accent1"/>
              </a:gs>
              <a:gs pos="54000">
                <a:schemeClr val="accent2"/>
              </a:gs>
              <a:gs pos="100000">
                <a:schemeClr val="accent6">
                  <a:alpha val="80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lt"/>
                <a:cs typeface="+mn-lt"/>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cs typeface="Arial" panose="020B0604020202090204" pitchFamily="34" charset="0"/>
              <a:sym typeface="+mn-lt"/>
            </a:endParaRPr>
          </a:p>
        </p:txBody>
      </p:sp>
      <p:sp>
        <p:nvSpPr>
          <p:cNvPr id="10" name="任意多边形 9"/>
          <p:cNvSpPr/>
          <p:nvPr>
            <p:custDataLst>
              <p:tags r:id="rId3"/>
            </p:custDataLst>
          </p:nvPr>
        </p:nvSpPr>
        <p:spPr>
          <a:xfrm>
            <a:off x="7030720" y="4603469"/>
            <a:ext cx="4162425" cy="2152650"/>
          </a:xfrm>
          <a:custGeom>
            <a:avLst/>
            <a:gdLst>
              <a:gd name="connsiteX0" fmla="*/ 2175 w 6555"/>
              <a:gd name="connsiteY0" fmla="*/ 16 h 3390"/>
              <a:gd name="connsiteX1" fmla="*/ 480 w 6555"/>
              <a:gd name="connsiteY1" fmla="*/ 197 h 3390"/>
              <a:gd name="connsiteX2" fmla="*/ 2160 w 6555"/>
              <a:gd name="connsiteY2" fmla="*/ 519 h 3390"/>
              <a:gd name="connsiteX3" fmla="*/ 0 w 6555"/>
              <a:gd name="connsiteY3" fmla="*/ 900 h 3390"/>
              <a:gd name="connsiteX4" fmla="*/ 2380 w 6555"/>
              <a:gd name="connsiteY4" fmla="*/ 1260 h 3390"/>
              <a:gd name="connsiteX5" fmla="*/ 1140 w 6555"/>
              <a:gd name="connsiteY5" fmla="*/ 1381 h 3390"/>
              <a:gd name="connsiteX6" fmla="*/ 2520 w 6555"/>
              <a:gd name="connsiteY6" fmla="*/ 1720 h 3390"/>
              <a:gd name="connsiteX7" fmla="*/ 1020 w 6555"/>
              <a:gd name="connsiteY7" fmla="*/ 1957 h 3390"/>
              <a:gd name="connsiteX8" fmla="*/ 2640 w 6555"/>
              <a:gd name="connsiteY8" fmla="*/ 2380 h 3390"/>
              <a:gd name="connsiteX9" fmla="*/ 600 w 6555"/>
              <a:gd name="connsiteY9" fmla="*/ 2900 h 3390"/>
              <a:gd name="connsiteX10" fmla="*/ 440 w 6555"/>
              <a:gd name="connsiteY10" fmla="*/ 2940 h 3390"/>
              <a:gd name="connsiteX11" fmla="*/ 3169 w 6555"/>
              <a:gd name="connsiteY11" fmla="*/ 3232 h 3390"/>
              <a:gd name="connsiteX12" fmla="*/ 2963 w 6555"/>
              <a:gd name="connsiteY12" fmla="*/ 3390 h 3390"/>
              <a:gd name="connsiteX13" fmla="*/ 6301 w 6555"/>
              <a:gd name="connsiteY13" fmla="*/ 3390 h 3390"/>
              <a:gd name="connsiteX14" fmla="*/ 5252 w 6555"/>
              <a:gd name="connsiteY14" fmla="*/ 2930 h 3390"/>
              <a:gd name="connsiteX15" fmla="*/ 6180 w 6555"/>
              <a:gd name="connsiteY15" fmla="*/ 2600 h 3390"/>
              <a:gd name="connsiteX16" fmla="*/ 4657 w 6555"/>
              <a:gd name="connsiteY16" fmla="*/ 2245 h 3390"/>
              <a:gd name="connsiteX17" fmla="*/ 4995 w 6555"/>
              <a:gd name="connsiteY17" fmla="*/ 2026 h 3390"/>
              <a:gd name="connsiteX18" fmla="*/ 4645 w 6555"/>
              <a:gd name="connsiteY18" fmla="*/ 1902 h 3390"/>
              <a:gd name="connsiteX19" fmla="*/ 5235 w 6555"/>
              <a:gd name="connsiteY19" fmla="*/ 1741 h 3390"/>
              <a:gd name="connsiteX20" fmla="*/ 5600 w 6555"/>
              <a:gd name="connsiteY20" fmla="*/ 1640 h 3390"/>
              <a:gd name="connsiteX21" fmla="*/ 4680 w 6555"/>
              <a:gd name="connsiteY21" fmla="*/ 1600 h 3390"/>
              <a:gd name="connsiteX22" fmla="*/ 6555 w 6555"/>
              <a:gd name="connsiteY22" fmla="*/ 1237 h 3390"/>
              <a:gd name="connsiteX23" fmla="*/ 4660 w 6555"/>
              <a:gd name="connsiteY23" fmla="*/ 940 h 3390"/>
              <a:gd name="connsiteX24" fmla="*/ 6120 w 6555"/>
              <a:gd name="connsiteY24" fmla="*/ 706 h 3390"/>
              <a:gd name="connsiteX25" fmla="*/ 4489 w 6555"/>
              <a:gd name="connsiteY25" fmla="*/ 650 h 3390"/>
              <a:gd name="connsiteX26" fmla="*/ 4592 w 6555"/>
              <a:gd name="connsiteY26" fmla="*/ 585 h 3390"/>
              <a:gd name="connsiteX27" fmla="*/ 4296 w 6555"/>
              <a:gd name="connsiteY27" fmla="*/ 440 h 3390"/>
              <a:gd name="connsiteX28" fmla="*/ 4640 w 6555"/>
              <a:gd name="connsiteY28" fmla="*/ 0 h 3390"/>
              <a:gd name="connsiteX29" fmla="*/ 4095 w 6555"/>
              <a:gd name="connsiteY29" fmla="*/ 17 h 3390"/>
              <a:gd name="connsiteX30" fmla="*/ 2175 w 6555"/>
              <a:gd name="connsiteY30" fmla="*/ 16 h 3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55" h="3390">
                <a:moveTo>
                  <a:pt x="2175" y="16"/>
                </a:moveTo>
                <a:lnTo>
                  <a:pt x="480" y="197"/>
                </a:lnTo>
                <a:lnTo>
                  <a:pt x="2160" y="519"/>
                </a:lnTo>
                <a:lnTo>
                  <a:pt x="0" y="900"/>
                </a:lnTo>
                <a:lnTo>
                  <a:pt x="2380" y="1260"/>
                </a:lnTo>
                <a:lnTo>
                  <a:pt x="1140" y="1381"/>
                </a:lnTo>
                <a:lnTo>
                  <a:pt x="2520" y="1720"/>
                </a:lnTo>
                <a:lnTo>
                  <a:pt x="1020" y="1957"/>
                </a:lnTo>
                <a:lnTo>
                  <a:pt x="2640" y="2380"/>
                </a:lnTo>
                <a:lnTo>
                  <a:pt x="600" y="2900"/>
                </a:lnTo>
                <a:lnTo>
                  <a:pt x="440" y="2940"/>
                </a:lnTo>
                <a:lnTo>
                  <a:pt x="3169" y="3232"/>
                </a:lnTo>
                <a:lnTo>
                  <a:pt x="2963" y="3390"/>
                </a:lnTo>
                <a:lnTo>
                  <a:pt x="6301" y="3390"/>
                </a:lnTo>
                <a:lnTo>
                  <a:pt x="5252" y="2930"/>
                </a:lnTo>
                <a:lnTo>
                  <a:pt x="6180" y="2600"/>
                </a:lnTo>
                <a:lnTo>
                  <a:pt x="4657" y="2245"/>
                </a:lnTo>
                <a:lnTo>
                  <a:pt x="4995" y="2026"/>
                </a:lnTo>
                <a:lnTo>
                  <a:pt x="4645" y="1902"/>
                </a:lnTo>
                <a:lnTo>
                  <a:pt x="5235" y="1741"/>
                </a:lnTo>
                <a:lnTo>
                  <a:pt x="5600" y="1640"/>
                </a:lnTo>
                <a:lnTo>
                  <a:pt x="4680" y="1600"/>
                </a:lnTo>
                <a:lnTo>
                  <a:pt x="6555" y="1237"/>
                </a:lnTo>
                <a:lnTo>
                  <a:pt x="4660" y="940"/>
                </a:lnTo>
                <a:lnTo>
                  <a:pt x="6120" y="706"/>
                </a:lnTo>
                <a:lnTo>
                  <a:pt x="4489" y="650"/>
                </a:lnTo>
                <a:lnTo>
                  <a:pt x="4592" y="585"/>
                </a:lnTo>
                <a:lnTo>
                  <a:pt x="4296" y="440"/>
                </a:lnTo>
                <a:lnTo>
                  <a:pt x="4640" y="0"/>
                </a:lnTo>
                <a:lnTo>
                  <a:pt x="4095" y="17"/>
                </a:lnTo>
                <a:cubicBezTo>
                  <a:pt x="3454" y="14"/>
                  <a:pt x="2895" y="-14"/>
                  <a:pt x="2175" y="16"/>
                </a:cubicBezTo>
                <a:close/>
              </a:path>
            </a:pathLst>
          </a:custGeom>
          <a:gradFill>
            <a:gsLst>
              <a:gs pos="69000">
                <a:schemeClr val="accent2">
                  <a:alpha val="28000"/>
                </a:schemeClr>
              </a:gs>
              <a:gs pos="36000">
                <a:schemeClr val="accent1">
                  <a:alpha val="20000"/>
                </a:schemeClr>
              </a:gs>
              <a:gs pos="0">
                <a:schemeClr val="accent1">
                  <a:alpha val="5000"/>
                </a:schemeClr>
              </a:gs>
              <a:gs pos="100000">
                <a:schemeClr val="accent6">
                  <a:alpha val="10000"/>
                </a:schemeClr>
              </a:gs>
            </a:gsLst>
            <a:lin ang="5400000" scaled="0"/>
          </a:gra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Arial" panose="020B0604020202090204" pitchFamily="34" charset="0"/>
            </a:endParaRPr>
          </a:p>
          <a:p>
            <a:pPr algn="ctr"/>
            <a:endParaRPr lang="en-US">
              <a:cs typeface="Arial" panose="020B0604020202090204" pitchFamily="34" charset="0"/>
            </a:endParaRPr>
          </a:p>
        </p:txBody>
      </p:sp>
      <p:sp>
        <p:nvSpPr>
          <p:cNvPr id="9" name="署名"/>
          <p:cNvSpPr txBox="1">
            <a:spLocks noGrp="1"/>
          </p:cNvSpPr>
          <p:nvPr>
            <p:ph type="body" idx="3" hasCustomPrompt="1"/>
            <p:custDataLst>
              <p:tags r:id="rId4"/>
            </p:custDataLst>
          </p:nvPr>
        </p:nvSpPr>
        <p:spPr>
          <a:xfrm>
            <a:off x="2016759" y="3501390"/>
            <a:ext cx="5544185" cy="476885"/>
          </a:xfrm>
          <a:prstGeom prst="rect">
            <a:avLst/>
          </a:prstGeom>
          <a:noFill/>
        </p:spPr>
        <p:txBody>
          <a:bodyPr wrap="square" lIns="91440" tIns="45720" rIns="91440" bIns="45720" rtlCol="0" anchor="ctr" anchorCtr="0">
            <a:normAutofit/>
          </a:bodyPr>
          <a:lstStyle>
            <a:lvl1pPr marL="0" marR="0" lvl="0" algn="l" defTabSz="914400" rtl="0" eaLnBrk="1" fontAlgn="ctr" latinLnBrk="0" hangingPunct="1">
              <a:lnSpc>
                <a:spcPct val="100000"/>
              </a:lnSpc>
              <a:buClrTx/>
              <a:buSzTx/>
              <a:buFontTx/>
              <a:buNone/>
              <a:defRPr kumimoji="0" lang="en-US" sz="1400" b="0" i="0" u="none" strike="noStrike" kern="1200" cap="none" spc="0" normalizeH="0" baseline="0" noProof="1" dirty="0">
                <a:solidFill>
                  <a:schemeClr val="tx1"/>
                </a:solidFill>
                <a:uFillTx/>
                <a:latin typeface="+mn-lt"/>
                <a:sym typeface="+mn-ea"/>
              </a:defRPr>
            </a:lvl1pPr>
          </a:lstStyle>
          <a:p>
            <a:pPr lvl="0" algn="l" fontAlgn="ctr">
              <a:buClrTx/>
              <a:buSzTx/>
              <a:buFontTx/>
            </a:pPr>
            <a:r>
              <a:rPr>
                <a:sym typeface="+mn-ea"/>
              </a:rPr>
              <a:t>Click to add text</a:t>
            </a:r>
            <a:endParaRPr>
              <a:sym typeface="+mn-ea"/>
            </a:endParaRPr>
          </a:p>
        </p:txBody>
      </p:sp>
      <p:sp>
        <p:nvSpPr>
          <p:cNvPr id="7" name="标题"/>
          <p:cNvSpPr txBox="1">
            <a:spLocks noGrp="1"/>
          </p:cNvSpPr>
          <p:nvPr>
            <p:ph type="title" idx="2" hasCustomPrompt="1"/>
            <p:custDataLst>
              <p:tags r:id="rId5"/>
            </p:custDataLst>
          </p:nvPr>
        </p:nvSpPr>
        <p:spPr>
          <a:xfrm>
            <a:off x="1708150" y="1369060"/>
            <a:ext cx="5852795" cy="2008505"/>
          </a:xfrm>
          <a:prstGeom prst="rect">
            <a:avLst/>
          </a:prstGeom>
          <a:noFill/>
        </p:spPr>
        <p:txBody>
          <a:bodyPr wrap="square" lIns="91440" tIns="45720" rIns="91440" bIns="45720" rtlCol="0" anchor="b" anchorCtr="0">
            <a:normAutofit/>
          </a:bodyPr>
          <a:lstStyle>
            <a:lvl1pPr marL="0" marR="0" lvl="0" algn="l" defTabSz="914400" rtl="0" eaLnBrk="1" fontAlgn="ctr" latinLnBrk="0" hangingPunct="1">
              <a:lnSpc>
                <a:spcPct val="100000"/>
              </a:lnSpc>
              <a:buClrTx/>
              <a:buSzTx/>
              <a:buFontTx/>
              <a:buNone/>
              <a:defRPr kumimoji="0" lang="en-US" sz="5000" b="0" i="0" u="none" strike="noStrike" kern="1200" cap="none" spc="0" normalizeH="0" baseline="0" noProof="1" dirty="0">
                <a:ln w="3175">
                  <a:noFill/>
                </a:ln>
                <a:solidFill>
                  <a:schemeClr val="tx1"/>
                </a:solidFill>
                <a:uFillTx/>
                <a:latin typeface="+mj-lt"/>
                <a:sym typeface="+mn-ea"/>
              </a:defRPr>
            </a:lvl1pPr>
          </a:lstStyle>
          <a:p>
            <a:pPr lvl="0" algn="l" fontAlgn="ctr">
              <a:buClrTx/>
              <a:buSzTx/>
              <a:buFontTx/>
            </a:pPr>
            <a:r>
              <a:rPr dirty="0" err="1">
                <a:sym typeface="+mn-ea"/>
              </a:rPr>
              <a:t>Click to add title</a:t>
            </a:r>
            <a:endParaRPr dirty="0" err="1">
              <a:sym typeface="+mn-ea"/>
            </a:endParaRPr>
          </a:p>
        </p:txBody>
      </p:sp>
      <p:sp>
        <p:nvSpPr>
          <p:cNvPr id="8" name="同心圆 7"/>
          <p:cNvSpPr>
            <a:spLocks noChangeAspect="1"/>
          </p:cNvSpPr>
          <p:nvPr>
            <p:custDataLst>
              <p:tags r:id="rId6"/>
            </p:custDataLst>
          </p:nvPr>
        </p:nvSpPr>
        <p:spPr>
          <a:xfrm>
            <a:off x="1809750" y="3612477"/>
            <a:ext cx="216000" cy="216000"/>
          </a:xfrm>
          <a:prstGeom prst="donut">
            <a:avLst/>
          </a:prstGeom>
          <a:gradFill>
            <a:gsLst>
              <a:gs pos="0">
                <a:schemeClr val="accent1"/>
              </a:gs>
              <a:gs pos="50000">
                <a:schemeClr val="accent2"/>
              </a:gs>
              <a:gs pos="100000">
                <a:schemeClr val="accent6"/>
              </a:gs>
            </a:gsLst>
            <a:lin ang="7200000" scaled="0"/>
          </a:gradFill>
          <a:ln>
            <a:noFill/>
          </a:ln>
          <a:effectLst>
            <a:glow rad="1270000">
              <a:schemeClr val="bg1">
                <a:alpha val="5000"/>
              </a:schemeClr>
            </a:glow>
            <a:reflection blurRad="6350" stA="34000" endA="300" endPos="55000" dist="304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olidFill>
                <a:schemeClr val="tx1"/>
              </a:solidFill>
              <a:cs typeface="Arial" panose="020B0604020202090204" pitchFamily="34" charset="0"/>
              <a:sym typeface="+mn-lt"/>
            </a:endParaRPr>
          </a:p>
        </p:txBody>
      </p:sp>
      <p:sp>
        <p:nvSpPr>
          <p:cNvPr id="4" name="日期占位符 3"/>
          <p:cNvSpPr>
            <a:spLocks noGrp="1"/>
          </p:cNvSpPr>
          <p:nvPr>
            <p:ph type="dt" sz="half" idx="10"/>
            <p:custDataLst>
              <p:tags r:id="rId7"/>
            </p:custDataLst>
          </p:nvPr>
        </p:nvSpPr>
        <p:spPr>
          <a:xfrm>
            <a:off x="612000" y="6314400"/>
            <a:ext cx="2700000" cy="316800"/>
          </a:xfrm>
        </p:spPr>
        <p:txBody>
          <a:bodyPr/>
          <a:lstStyle/>
          <a:p>
            <a:r>
              <a:rPr lang="en-US"/>
              <a:t>Date Area</a:t>
            </a:r>
            <a:endParaRPr lang="en-US"/>
          </a:p>
        </p:txBody>
      </p:sp>
      <p:sp>
        <p:nvSpPr>
          <p:cNvPr id="5" name="页脚占位符 4"/>
          <p:cNvSpPr>
            <a:spLocks noGrp="1"/>
          </p:cNvSpPr>
          <p:nvPr>
            <p:ph type="ftr" sz="quarter" idx="11"/>
            <p:custDataLst>
              <p:tags r:id="rId8"/>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9"/>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r>
              <a:rPr lang="en-US"/>
              <a:t>Date Area</a:t>
            </a:r>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0" Type="http://schemas.openxmlformats.org/officeDocument/2006/relationships/theme" Target="../theme/theme2.xml"/><Relationship Id="rId2" Type="http://schemas.openxmlformats.org/officeDocument/2006/relationships/slideLayout" Target="../slideLayouts/slideLayout14.xml"/><Relationship Id="rId19" Type="http://schemas.openxmlformats.org/officeDocument/2006/relationships/tags" Target="../tags/tag131.xml"/><Relationship Id="rId18" Type="http://schemas.openxmlformats.org/officeDocument/2006/relationships/tags" Target="../tags/tag130.xml"/><Relationship Id="rId17" Type="http://schemas.openxmlformats.org/officeDocument/2006/relationships/tags" Target="../tags/tag129.xml"/><Relationship Id="rId16" Type="http://schemas.openxmlformats.org/officeDocument/2006/relationships/tags" Target="../tags/tag128.xml"/><Relationship Id="rId15" Type="http://schemas.openxmlformats.org/officeDocument/2006/relationships/tags" Target="../tags/tag127.xml"/><Relationship Id="rId14" Type="http://schemas.openxmlformats.org/officeDocument/2006/relationships/tags" Target="../tags/tag126.xml"/><Relationship Id="rId13" Type="http://schemas.openxmlformats.org/officeDocument/2006/relationships/tags" Target="../tags/tag125.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日期占位符 7"/>
          <p:cNvSpPr>
            <a:spLocks noGrp="1"/>
          </p:cNvSpPr>
          <p:nvPr>
            <p:ph type="dt" sz="half" idx="10"/>
            <p:custDataLst>
              <p:tags r:id="rId13"/>
            </p:custDataLst>
          </p:nvPr>
        </p:nvSpPr>
        <p:spPr>
          <a:xfrm>
            <a:off x="695960" y="6356350"/>
            <a:ext cx="2743200" cy="365125"/>
          </a:xfrm>
        </p:spPr>
        <p:txBody>
          <a:bodyPr/>
          <a:lstStyle>
            <a:lvl1pPr>
              <a:defRPr>
                <a:latin typeface="Arial" panose="020B0604020202090204" pitchFamily="34" charset="0"/>
                <a:ea typeface="Arial" panose="020B0604020202090204" pitchFamily="34" charset="0"/>
                <a:cs typeface="Arial" panose="020B0604020202090204" pitchFamily="34" charset="0"/>
              </a:defRPr>
            </a:lvl1pPr>
          </a:lstStyle>
          <a:p>
            <a:r>
              <a:rPr lang="en-US"/>
              <a:t>Date Area</a:t>
            </a:r>
            <a:endParaRPr lang="en-US"/>
          </a:p>
        </p:txBody>
      </p:sp>
      <p:sp>
        <p:nvSpPr>
          <p:cNvPr id="9" name="页脚占位符 8"/>
          <p:cNvSpPr>
            <a:spLocks noGrp="1"/>
          </p:cNvSpPr>
          <p:nvPr>
            <p:ph type="ftr" sz="quarter" idx="11"/>
            <p:custDataLst>
              <p:tags r:id="rId14"/>
            </p:custDataLst>
          </p:nvPr>
        </p:nvSpPr>
        <p:spPr>
          <a:xfrm>
            <a:off x="4038600" y="6356350"/>
            <a:ext cx="4114800" cy="365125"/>
          </a:xfrm>
        </p:spPr>
        <p:txBody>
          <a:bodyPr/>
          <a:lstStyle>
            <a:lvl1pPr>
              <a:defRPr>
                <a:latin typeface="Arial" panose="020B0604020202090204" pitchFamily="34" charset="0"/>
                <a:ea typeface="Arial" panose="020B0604020202090204" pitchFamily="34" charset="0"/>
                <a:cs typeface="Arial" panose="020B0604020202090204" pitchFamily="34" charset="0"/>
              </a:defRPr>
            </a:lvl1pPr>
          </a:lstStyle>
          <a:p>
            <a:endParaRPr lang="en-US" dirty="0"/>
          </a:p>
        </p:txBody>
      </p:sp>
      <p:sp>
        <p:nvSpPr>
          <p:cNvPr id="10" name="灯片编号占位符 9"/>
          <p:cNvSpPr>
            <a:spLocks noGrp="1"/>
          </p:cNvSpPr>
          <p:nvPr>
            <p:ph type="sldNum" sz="quarter" idx="12"/>
            <p:custDataLst>
              <p:tags r:id="rId15"/>
            </p:custDataLst>
          </p:nvPr>
        </p:nvSpPr>
        <p:spPr>
          <a:xfrm>
            <a:off x="8753983" y="6356350"/>
            <a:ext cx="2743200" cy="365125"/>
          </a:xfrm>
        </p:spPr>
        <p:txBody>
          <a:bodyPr/>
          <a:lstStyle>
            <a:lvl1pPr>
              <a:defRPr>
                <a:latin typeface="Arial" panose="020B0604020202090204" pitchFamily="34" charset="0"/>
                <a:ea typeface="Arial" panose="020B0604020202090204" pitchFamily="34" charset="0"/>
                <a:cs typeface="Arial" panose="020B0604020202090204" pitchFamily="34" charset="0"/>
              </a:defRPr>
            </a:lvl1pPr>
          </a:lstStyle>
          <a:p>
            <a:fld id="{49AE70B2-8BF9-45C0-BB95-33D1B9D3A854}" type="slidenum">
              <a:rPr lang="en-US" smtClean="0"/>
            </a:fld>
            <a:endParaRPr lang="en-US" dirty="0"/>
          </a:p>
        </p:txBody>
      </p:sp>
      <p:sp>
        <p:nvSpPr>
          <p:cNvPr id="4" name="文本占位符 3"/>
          <p:cNvSpPr>
            <a:spLocks noGrp="1"/>
          </p:cNvSpPr>
          <p:nvPr>
            <p:ph type="body" idx="1"/>
            <p:custDataLst>
              <p:tags r:id="rId16"/>
            </p:custDataLst>
          </p:nvPr>
        </p:nvSpPr>
        <p:spPr>
          <a:xfrm>
            <a:off x="695960" y="1301749"/>
            <a:ext cx="10800000" cy="4873625"/>
          </a:xfrm>
          <a:prstGeom prst="rect">
            <a:avLst/>
          </a:prstGeom>
          <a:ln>
            <a:noFill/>
            <a:prstDash val="sysDash"/>
          </a:ln>
        </p:spPr>
        <p:txBody>
          <a:bodyPr vert="horz" lIns="90000" tIns="46800" rIns="90000" bIns="46800" rtlCol="0">
            <a:normAutofit/>
          </a:bodyPr>
          <a:lstStyle/>
          <a:p>
            <a:pPr marR="0" lvl="0">
              <a:spcBef>
                <a:spcPts val="1200"/>
              </a:spcBef>
              <a:spcAft>
                <a:spcPts val="0"/>
              </a:spcAft>
              <a:buClr>
                <a:srgbClr val="0CC9FF"/>
              </a:buClr>
              <a:buSzTx/>
            </a:pPr>
            <a:r>
              <a:rPr lang="en-US">
                <a:latin typeface="+mn-lt"/>
              </a:rPr>
              <a:t>Click to add text</a:t>
            </a:r>
            <a:endParaRPr lang="en-US"/>
          </a:p>
        </p:txBody>
      </p:sp>
      <p:sp>
        <p:nvSpPr>
          <p:cNvPr id="2" name="标题占位符 1"/>
          <p:cNvSpPr>
            <a:spLocks noGrp="1"/>
          </p:cNvSpPr>
          <p:nvPr>
            <p:ph type="title"/>
            <p:custDataLst>
              <p:tags r:id="rId17"/>
            </p:custDataLst>
          </p:nvPr>
        </p:nvSpPr>
        <p:spPr>
          <a:xfrm>
            <a:off x="695960" y="360000"/>
            <a:ext cx="10800000" cy="720000"/>
          </a:xfrm>
          <a:prstGeom prst="rect">
            <a:avLst/>
          </a:prstGeom>
          <a:noFill/>
          <a:ln>
            <a:noFill/>
            <a:prstDash val="sysDash"/>
          </a:ln>
        </p:spPr>
        <p:txBody>
          <a:bodyPr vert="horz" wrap="square" lIns="91440" tIns="45720" rIns="91440" bIns="45720" rtlCol="0" anchor="ctr">
            <a:normAutofit/>
          </a:bodyPr>
          <a:lstStyle/>
          <a:p>
            <a:pPr marL="0" marR="0" lvl="0" algn="ctr">
              <a:buClrTx/>
              <a:buSzTx/>
              <a:buFontTx/>
            </a:pPr>
            <a:r>
              <a:rPr lang="en-US" dirty="0">
                <a:latin typeface="+mj-lt"/>
              </a:rPr>
              <a:t>Click to add title</a:t>
            </a:r>
            <a:endParaRPr lang="en-US" dirty="0"/>
          </a:p>
        </p:txBody>
      </p:sp>
      <p:sp>
        <p:nvSpPr>
          <p:cNvPr id="5" name="KSO_TEMPLATE" hidden="1"/>
          <p:cNvSpPr/>
          <p:nvPr userDrawn="1">
            <p:custDataLst>
              <p:tags r:id="rId1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19"/>
    </p:custData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fontAlgn="auto" latinLnBrk="0" hangingPunct="1">
        <a:lnSpc>
          <a:spcPct val="100000"/>
        </a:lnSpc>
        <a:spcBef>
          <a:spcPct val="0"/>
        </a:spcBef>
        <a:buNone/>
        <a:defRPr kumimoji="0" lang="en-US" sz="3200" b="0" i="0" u="none" strike="noStrike" kern="1200" cap="none" spc="300" normalizeH="0" baseline="0" smtClean="0">
          <a:ln>
            <a:noFill/>
            <a:prstDash val="sysDot"/>
          </a:ln>
          <a:solidFill>
            <a:schemeClr val="tx1"/>
          </a:solidFill>
          <a:uFillTx/>
          <a:latin typeface="Arial" panose="020B0604020202090204" pitchFamily="34" charset="0"/>
          <a:ea typeface="Arial" panose="020B0604020202090204" pitchFamily="34" charset="0"/>
          <a:cs typeface="Arial" panose="020B0604020202090204" pitchFamily="34"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en-US" sz="1800" b="0" i="0" u="none" strike="noStrike" kern="1200" cap="none" spc="150" normalizeH="0" baseline="0">
          <a:ln>
            <a:noFill/>
            <a:prstDash val="sysDot"/>
          </a:ln>
          <a:solidFill>
            <a:schemeClr val="tx1"/>
          </a:solidFill>
          <a:uFillTx/>
          <a:latin typeface="Arial" panose="020B0604020202090204" pitchFamily="34" charset="0"/>
          <a:ea typeface="Arial" panose="020B0604020202090204" pitchFamily="34" charset="0"/>
          <a:cs typeface="Arial" panose="020B0604020202090204" pitchFamily="34" charset="0"/>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kumimoji="0" lang="en-US" sz="1600" b="0" i="0" u="none" strike="noStrike" kern="1200" cap="none" spc="150" normalizeH="0" baseline="0">
          <a:solidFill>
            <a:schemeClr val="tx1"/>
          </a:solidFill>
          <a:uFillTx/>
          <a:latin typeface="+mn-ea"/>
          <a:ea typeface="+mn-ea"/>
          <a:cs typeface="MiSans Normal" panose="000005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kumimoji="0" lang="en-US" sz="1600" b="0" i="0" u="none" strike="noStrike" kern="1200" cap="none" spc="150" normalizeH="0" baseline="0">
          <a:solidFill>
            <a:schemeClr val="tx1"/>
          </a:solidFill>
          <a:uFillTx/>
          <a:latin typeface="+mn-ea"/>
          <a:ea typeface="+mn-ea"/>
          <a:cs typeface="MiSans Normal" panose="000005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kumimoji="0" lang="en-US" sz="1400" b="0" i="0" u="none" strike="noStrike" kern="1200" cap="none" spc="150" normalizeH="0" baseline="0">
          <a:solidFill>
            <a:schemeClr val="tx1"/>
          </a:solidFill>
          <a:uFillTx/>
          <a:latin typeface="+mn-ea"/>
          <a:ea typeface="+mn-ea"/>
          <a:cs typeface="MiSans Normal" panose="000005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kumimoji="0" lang="en-US" sz="1400" b="0" i="0" u="none" strike="noStrike" kern="1200" cap="none" spc="150" normalizeH="0" baseline="0">
          <a:solidFill>
            <a:schemeClr val="tx1"/>
          </a:solidFill>
          <a:uFillTx/>
          <a:latin typeface="+mn-ea"/>
          <a:ea typeface="+mn-ea"/>
          <a:cs typeface="MiSans Normal" panose="00000500000000000000"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tags" Target="../tags/tag150.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tags" Target="../tags/tag153.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占位符 6"/>
          <p:cNvSpPr>
            <a:spLocks noGrp="1"/>
          </p:cNvSpPr>
          <p:nvPr>
            <p:ph type="body" idx="3"/>
            <p:custDataLst>
              <p:tags r:id="rId1"/>
            </p:custDataLst>
          </p:nvPr>
        </p:nvSpPr>
        <p:spPr>
          <a:xfrm>
            <a:off x="1674495" y="3648710"/>
            <a:ext cx="6332855" cy="2567305"/>
          </a:xfrm>
          <a:prstGeom prst="rect">
            <a:avLst/>
          </a:prstGeom>
          <a:noFill/>
          <a:ln>
            <a:noFill/>
            <a:prstDash val="sysDash"/>
          </a:ln>
        </p:spPr>
        <p:txBody>
          <a:bodyPr>
            <a:normAutofit lnSpcReduction="10000"/>
          </a:bodyPr>
          <a:p>
            <a:pPr algn="ctr">
              <a:defRPr sz="1900"/>
            </a:pPr>
            <a:r>
              <a:rPr sz="2800">
                <a:latin typeface="Arial Regular" panose="020B0604020202090204" charset="0"/>
                <a:cs typeface="Arial Regular" panose="020B0604020202090204" charset="0"/>
                <a:sym typeface="+mn-ea"/>
              </a:rPr>
              <a:t>SQL-based analysis of cellphone sales, </a:t>
            </a:r>
            <a:r>
              <a:rPr sz="2800">
                <a:latin typeface="Arial Regular" panose="020B0604020202090204" charset="0"/>
                <a:cs typeface="Arial Regular" panose="020B0604020202090204" charset="0"/>
                <a:sym typeface="+mn-ea"/>
              </a:rPr>
              <a:t>customers, products and regional demand</a:t>
            </a:r>
            <a:endParaRPr lang="en-US">
              <a:latin typeface="Arial Regular" panose="020B0604020202090204" charset="0"/>
              <a:ea typeface="+mn-ea"/>
              <a:cs typeface="Arial Regular" panose="020B0604020202090204" charset="0"/>
            </a:endParaRPr>
          </a:p>
        </p:txBody>
      </p:sp>
      <p:sp>
        <p:nvSpPr>
          <p:cNvPr id="38" name="标题 7"/>
          <p:cNvSpPr>
            <a:spLocks noGrp="1"/>
          </p:cNvSpPr>
          <p:nvPr>
            <p:ph type="title" idx="2"/>
            <p:custDataLst>
              <p:tags r:id="rId2"/>
            </p:custDataLst>
          </p:nvPr>
        </p:nvSpPr>
        <p:spPr>
          <a:xfrm>
            <a:off x="1141095" y="812165"/>
            <a:ext cx="6866255" cy="2836545"/>
          </a:xfrm>
        </p:spPr>
        <p:txBody>
          <a:bodyPr/>
          <a:lstStyle/>
          <a:p>
            <a:r>
              <a:rPr>
                <a:latin typeface="Arial Regular" panose="020B0604020202090204" charset="0"/>
                <a:cs typeface="Arial Regular" panose="020B0604020202090204" charset="0"/>
                <a:sym typeface="+mn-ea"/>
              </a:rPr>
              <a:t>MOBILE MANUFACTURER</a:t>
            </a:r>
            <a:br>
              <a:rPr>
                <a:latin typeface="Arial Regular" panose="020B0604020202090204" charset="0"/>
                <a:cs typeface="Arial Regular" panose="020B0604020202090204" charset="0"/>
                <a:sym typeface="+mn-ea"/>
              </a:rPr>
            </a:br>
            <a:r>
              <a:rPr>
                <a:latin typeface="Arial Regular" panose="020B0604020202090204" charset="0"/>
                <a:cs typeface="Arial Regular" panose="020B0604020202090204" charset="0"/>
                <a:sym typeface="+mn-ea"/>
              </a:rPr>
              <a:t>DATA ANALYSIS</a:t>
            </a:r>
            <a:endParaRPr lang="en-US" dirty="0">
              <a:latin typeface="Arial Regular" panose="020B0604020202090204" charset="0"/>
              <a:ea typeface="+mj-ea"/>
              <a:cs typeface="Arial Regular" panose="020B0604020202090204" charset="0"/>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a:spLocks noGrp="1"/>
          </p:cNvSpPr>
          <p:nvPr>
            <p:ph idx="2"/>
            <p:custDataLst>
              <p:tags r:id="rId1"/>
            </p:custDataLst>
          </p:nvPr>
        </p:nvSpPr>
        <p:spPr>
          <a:xfrm>
            <a:off x="608330" y="2219325"/>
            <a:ext cx="10968990" cy="4030345"/>
          </a:xfrm>
        </p:spPr>
        <p:txBody>
          <a:bodyPr/>
          <a:p>
            <a:pPr marL="0" indent="0" algn="ctr">
              <a:buNone/>
            </a:pPr>
            <a:r>
              <a:rPr altLang="en-US" sz="1700">
                <a:latin typeface="Arial Regular" panose="020B0604020202090204" charset="0"/>
                <a:cs typeface="Arial Regular" panose="020B0604020202090204" charset="0"/>
                <a:sym typeface="+mn-ea"/>
              </a:rPr>
              <a:t>This project analyzes cellphone sales and transaction data using MySQL. The database, Cellphones Information, contains data related to manufacturers, cellphone models, customers, locations, and sales transactions.</a:t>
            </a:r>
            <a:endParaRPr lang="en-US" altLang="en-US" sz="1700">
              <a:latin typeface="Arial Regular" panose="020B0604020202090204" charset="0"/>
              <a:cs typeface="Arial Regular" panose="020B0604020202090204" charset="0"/>
            </a:endParaRPr>
          </a:p>
          <a:p>
            <a:pPr marL="0" indent="0" algn="ctr">
              <a:buNone/>
            </a:pPr>
            <a:r>
              <a:rPr altLang="en-US" sz="1700">
                <a:latin typeface="Arial Regular" panose="020B0604020202090204" charset="0"/>
                <a:cs typeface="Arial Regular" panose="020B0604020202090204" charset="0"/>
                <a:sym typeface="+mn-ea"/>
              </a:rPr>
              <a:t>The analysis focuses on understanding cellphone sales patterns across different states, manufacturers, models, customers, and years.</a:t>
            </a:r>
            <a:endParaRPr lang="en-US" sz="1700">
              <a:latin typeface="Arial Regular" panose="020B0604020202090204" charset="0"/>
              <a:cs typeface="Arial Regular" panose="020B0604020202090204" charset="0"/>
            </a:endParaRPr>
          </a:p>
          <a:p>
            <a:pPr marL="0" indent="0" algn="ctr">
              <a:buNone/>
            </a:pPr>
            <a:endParaRPr lang="en-US" sz="1700"/>
          </a:p>
        </p:txBody>
      </p:sp>
      <p:sp>
        <p:nvSpPr>
          <p:cNvPr id="5" name="Title 4"/>
          <p:cNvSpPr>
            <a:spLocks noGrp="1"/>
          </p:cNvSpPr>
          <p:nvPr>
            <p:ph type="title" idx="1"/>
            <p:custDataLst>
              <p:tags r:id="rId2"/>
            </p:custDataLst>
          </p:nvPr>
        </p:nvSpPr>
        <p:spPr/>
        <p:txBody>
          <a:bodyPr>
            <a:noAutofit/>
          </a:bodyPr>
          <a:p>
            <a:pPr algn="ctr"/>
            <a:r>
              <a:rPr sz="4000" b="1">
                <a:latin typeface="Arial Bold" panose="020B0604020202090204" charset="0"/>
                <a:cs typeface="Arial Bold" panose="020B0604020202090204" charset="0"/>
                <a:sym typeface="+mn-ea"/>
              </a:rPr>
              <a:t>Project Overview</a:t>
            </a:r>
            <a:endParaRPr lang="en-US" sz="4000" b="1">
              <a:latin typeface="Arial Bold" panose="020B0604020202090204" charset="0"/>
              <a:cs typeface="Arial Bold" panose="020B0604020202090204" charset="0"/>
              <a:sym typeface="+mn-ea"/>
            </a:endParaRPr>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a:spLocks noGrp="1"/>
          </p:cNvSpPr>
          <p:nvPr>
            <p:ph idx="2"/>
            <p:custDataLst>
              <p:tags r:id="rId1"/>
            </p:custDataLst>
          </p:nvPr>
        </p:nvSpPr>
        <p:spPr>
          <a:xfrm>
            <a:off x="608330" y="2324735"/>
            <a:ext cx="10968990" cy="3924935"/>
          </a:xfrm>
        </p:spPr>
        <p:txBody>
          <a:bodyPr/>
          <a:p>
            <a:pPr marL="0" indent="0" algn="ctr">
              <a:buNone/>
            </a:pPr>
            <a:r>
              <a:rPr lang="en-US" altLang="en-US" sz="1700">
                <a:latin typeface="Arial Regular" panose="020B0604020202090204" charset="0"/>
                <a:cs typeface="Arial Regular" panose="020B0604020202090204" charset="0"/>
              </a:rPr>
              <a:t>The cellphone sales database contains transaction information across different manufacturers, models, customers, states, ZIP codes, and years. However, the business needs to understand how cellphone sales are distributed across regions, which manufacturers and models perform best, and how customer purchasing behavior changes over time.</a:t>
            </a:r>
            <a:endParaRPr lang="en-US" altLang="en-US" sz="1700">
              <a:latin typeface="Arial Regular" panose="020B0604020202090204" charset="0"/>
              <a:cs typeface="Arial Regular" panose="020B0604020202090204" charset="0"/>
            </a:endParaRPr>
          </a:p>
        </p:txBody>
      </p:sp>
      <p:sp>
        <p:nvSpPr>
          <p:cNvPr id="5" name="Title 4"/>
          <p:cNvSpPr>
            <a:spLocks noGrp="1"/>
          </p:cNvSpPr>
          <p:nvPr>
            <p:ph type="title" idx="1"/>
            <p:custDataLst>
              <p:tags r:id="rId2"/>
            </p:custDataLst>
          </p:nvPr>
        </p:nvSpPr>
        <p:spPr/>
        <p:txBody>
          <a:bodyPr>
            <a:noAutofit/>
          </a:bodyPr>
          <a:p>
            <a:pPr algn="ctr"/>
            <a:r>
              <a:rPr sz="4000" b="1">
                <a:latin typeface="Arial Bold" panose="020B0604020202090204" charset="0"/>
                <a:cs typeface="Arial Bold" panose="020B0604020202090204" charset="0"/>
                <a:sym typeface="+mn-ea"/>
              </a:rPr>
              <a:t>Business Problem</a:t>
            </a:r>
            <a:endParaRPr lang="en-US" sz="4000" b="1">
              <a:latin typeface="Arial Bold" panose="020B0604020202090204" charset="0"/>
              <a:cs typeface="Arial Bold" panose="020B0604020202090204" charset="0"/>
              <a:sym typeface="+mn-ea"/>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a:spLocks noGrp="1"/>
          </p:cNvSpPr>
          <p:nvPr>
            <p:ph idx="2"/>
            <p:custDataLst>
              <p:tags r:id="rId1"/>
            </p:custDataLst>
          </p:nvPr>
        </p:nvSpPr>
        <p:spPr/>
        <p:txBody>
          <a:bodyPr>
            <a:noAutofit/>
          </a:bodyPr>
          <a:p>
            <a:pPr algn="just" hangingPunct="0">
              <a:buFont typeface="Arial" panose="020B0604020202090204" pitchFamily="34" charset="0"/>
              <a:buChar char="•"/>
            </a:pPr>
            <a:r>
              <a:rPr lang="en-US" altLang="en-US" sz="1700">
                <a:latin typeface="Arial Regular" panose="020B0604020202090204" charset="0"/>
                <a:cs typeface="Arial Regular" panose="020B0604020202090204" charset="0"/>
              </a:rPr>
              <a:t>Analyze cellphone sales across different states and locations. </a:t>
            </a:r>
            <a:endParaRPr lang="en-US" altLang="en-US" sz="1700">
              <a:latin typeface="Arial Regular" panose="020B0604020202090204" charset="0"/>
              <a:cs typeface="Arial Regular" panose="020B0604020202090204" charset="0"/>
            </a:endParaRPr>
          </a:p>
          <a:p>
            <a:pPr algn="just" hangingPunct="0">
              <a:buFont typeface="Arial" panose="020B0604020202090204" pitchFamily="34" charset="0"/>
              <a:buChar char="•"/>
            </a:pPr>
            <a:r>
              <a:rPr lang="en-US" altLang="en-US" sz="1700">
                <a:latin typeface="Arial Regular" panose="020B0604020202090204" charset="0"/>
                <a:cs typeface="Arial Regular" panose="020B0604020202090204" charset="0"/>
              </a:rPr>
              <a:t>Identify the top-performing manufacturers and models based on sales and quantity. </a:t>
            </a:r>
            <a:endParaRPr lang="en-US" altLang="en-US" sz="1700">
              <a:latin typeface="Arial Regular" panose="020B0604020202090204" charset="0"/>
              <a:cs typeface="Arial Regular" panose="020B0604020202090204" charset="0"/>
            </a:endParaRPr>
          </a:p>
          <a:p>
            <a:pPr algn="l" hangingPunct="0">
              <a:buFont typeface="Arial" panose="020B0604020202090204" pitchFamily="34" charset="0"/>
              <a:buChar char="•"/>
            </a:pPr>
            <a:r>
              <a:rPr lang="en-US" altLang="en-US" sz="1700">
                <a:latin typeface="Arial Regular" panose="020B0604020202090204" charset="0"/>
                <a:cs typeface="Arial Regular" panose="020B0604020202090204" charset="0"/>
              </a:rPr>
              <a:t>Analyze customer spending and behaviour change across different years. </a:t>
            </a:r>
            <a:endParaRPr lang="en-US" altLang="en-US" sz="1700">
              <a:latin typeface="Arial Regular" panose="020B0604020202090204" charset="0"/>
              <a:cs typeface="Arial Regular" panose="020B0604020202090204" charset="0"/>
            </a:endParaRPr>
          </a:p>
          <a:p>
            <a:pPr algn="just" hangingPunct="0">
              <a:buFont typeface="Arial" panose="020B0604020202090204" pitchFamily="34" charset="0"/>
              <a:buChar char="•"/>
            </a:pPr>
            <a:r>
              <a:rPr lang="en-US" altLang="en-US" sz="1700">
                <a:latin typeface="Arial Regular" panose="020B0604020202090204" charset="0"/>
                <a:cs typeface="Arial Regular" panose="020B0604020202090204" charset="0"/>
              </a:rPr>
              <a:t>Compare manufacturer and model performance across 2008, 2009, and 2010. </a:t>
            </a:r>
            <a:endParaRPr lang="en-US" altLang="en-US" sz="1700">
              <a:latin typeface="Arial Regular" panose="020B0604020202090204" charset="0"/>
              <a:cs typeface="Arial Regular" panose="020B0604020202090204" charset="0"/>
            </a:endParaRPr>
          </a:p>
          <a:p>
            <a:pPr algn="just" hangingPunct="0">
              <a:buFont typeface="Arial" panose="020B0604020202090204" pitchFamily="34" charset="0"/>
              <a:buChar char="•"/>
            </a:pPr>
            <a:r>
              <a:rPr lang="en-US" altLang="en-US" sz="1700">
                <a:latin typeface="Arial Regular" panose="020B0604020202090204" charset="0"/>
                <a:cs typeface="Arial Regular" panose="020B0604020202090204" charset="0"/>
              </a:rPr>
              <a:t>Identify changes and trends in sales and customer spending over time. </a:t>
            </a:r>
            <a:endParaRPr lang="en-US" altLang="en-US" sz="1700">
              <a:latin typeface="Arial Regular" panose="020B0604020202090204" charset="0"/>
              <a:cs typeface="Arial Regular" panose="020B0604020202090204" charset="0"/>
            </a:endParaRPr>
          </a:p>
          <a:p>
            <a:pPr algn="just" hangingPunct="0">
              <a:buFont typeface="Arial" panose="020B0604020202090204" pitchFamily="34" charset="0"/>
              <a:buChar char="•"/>
            </a:pPr>
            <a:r>
              <a:rPr lang="en-US" altLang="en-US" sz="1700">
                <a:latin typeface="Arial Regular" panose="020B0604020202090204" charset="0"/>
                <a:cs typeface="Arial Regular" panose="020B0604020202090204" charset="0"/>
              </a:rPr>
              <a:t>Use SQL queries to extract meaningful insights from the database.</a:t>
            </a:r>
            <a:endParaRPr lang="en-US" altLang="en-US" sz="1700">
              <a:latin typeface="Arial Regular" panose="020B0604020202090204" charset="0"/>
              <a:cs typeface="Arial Regular" panose="020B0604020202090204" charset="0"/>
            </a:endParaRPr>
          </a:p>
        </p:txBody>
      </p:sp>
      <p:sp>
        <p:nvSpPr>
          <p:cNvPr id="5" name="Title 4"/>
          <p:cNvSpPr>
            <a:spLocks noGrp="1"/>
          </p:cNvSpPr>
          <p:nvPr>
            <p:ph type="title" idx="1"/>
            <p:custDataLst>
              <p:tags r:id="rId2"/>
            </p:custDataLst>
          </p:nvPr>
        </p:nvSpPr>
        <p:spPr/>
        <p:txBody>
          <a:bodyPr>
            <a:noAutofit/>
          </a:bodyPr>
          <a:p>
            <a:pPr algn="ctr"/>
            <a:r>
              <a:rPr lang="en-US" altLang="en-US" sz="4000" b="1">
                <a:latin typeface="Arial Bold" panose="020B0604020202090204" charset="0"/>
                <a:cs typeface="Arial Bold" panose="020B0604020202090204" charset="0"/>
                <a:sym typeface="+mn-ea"/>
              </a:rPr>
              <a:t>OBJECTIVE</a:t>
            </a:r>
            <a:endParaRPr lang="en-US" altLang="en-US" sz="4000" b="1">
              <a:latin typeface="Arial Bold" panose="020B0604020202090204" charset="0"/>
              <a:cs typeface="Arial Bold" panose="020B0604020202090204" charset="0"/>
              <a:sym typeface="+mn-ea"/>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a:spLocks noGrp="1"/>
          </p:cNvSpPr>
          <p:nvPr>
            <p:ph idx="2"/>
            <p:custDataLst>
              <p:tags r:id="rId1"/>
            </p:custDataLst>
          </p:nvPr>
        </p:nvSpPr>
        <p:spPr>
          <a:xfrm>
            <a:off x="608330" y="1490345"/>
            <a:ext cx="10968990" cy="5029200"/>
          </a:xfrm>
        </p:spPr>
        <p:txBody>
          <a:bodyPr>
            <a:noAutofit/>
          </a:bodyPr>
          <a:p>
            <a:pPr algn="just" hangingPunct="0">
              <a:buFont typeface="Arial" panose="020B0604020202090204" pitchFamily="34" charset="0"/>
              <a:buChar char="•"/>
            </a:pPr>
            <a:r>
              <a:rPr lang="en-US" altLang="en-US" sz="1700" b="1">
                <a:latin typeface="Arial Regular" panose="020B0604020202090204" charset="0"/>
                <a:cs typeface="Arial Regular" panose="020B0604020202090204" charset="0"/>
              </a:rPr>
              <a:t>Dim_manufacturer: </a:t>
            </a:r>
            <a:r>
              <a:rPr lang="en-US" altLang="en-US" sz="1700">
                <a:latin typeface="Arial Regular" panose="020B0604020202090204" charset="0"/>
                <a:cs typeface="Arial Regular" panose="020B0604020202090204" charset="0"/>
              </a:rPr>
              <a:t>Contains manufacturer information ; IdManufacturer and Manufacturer_name. IdManufacturer is the primary key</a:t>
            </a:r>
            <a:endParaRPr lang="en-US" altLang="en-US" sz="1700">
              <a:latin typeface="Arial Regular" panose="020B0604020202090204" charset="0"/>
              <a:cs typeface="Arial Regular" panose="020B0604020202090204" charset="0"/>
            </a:endParaRPr>
          </a:p>
          <a:p>
            <a:pPr algn="just" hangingPunct="0">
              <a:buFont typeface="Arial" panose="020B0604020202090204" pitchFamily="34" charset="0"/>
              <a:buChar char="•"/>
            </a:pPr>
            <a:r>
              <a:rPr lang="en-US" altLang="en-US" sz="1700" b="1">
                <a:latin typeface="Arial Regular" panose="020B0604020202090204" charset="0"/>
                <a:cs typeface="Arial Regular" panose="020B0604020202090204" charset="0"/>
              </a:rPr>
              <a:t>Dim_model:</a:t>
            </a:r>
            <a:r>
              <a:rPr lang="en-US" altLang="en-US" sz="1700">
                <a:latin typeface="Arial Regular" panose="020B0604020202090204" charset="0"/>
                <a:cs typeface="Arial Regular" panose="020B0604020202090204" charset="0"/>
              </a:rPr>
              <a:t> Contains cellphone model information that is IdModel, Model_name, Unit-price and IdManufacturer. IdModel is the primary key and IdManufacturer is the foreign key.</a:t>
            </a:r>
            <a:endParaRPr lang="en-US" altLang="en-US" sz="1700">
              <a:latin typeface="Arial Regular" panose="020B0604020202090204" charset="0"/>
              <a:cs typeface="Arial Regular" panose="020B0604020202090204" charset="0"/>
            </a:endParaRPr>
          </a:p>
          <a:p>
            <a:pPr algn="just" hangingPunct="0">
              <a:buFont typeface="Arial" panose="020B0604020202090204" pitchFamily="34" charset="0"/>
              <a:buChar char="•"/>
            </a:pPr>
            <a:r>
              <a:rPr lang="en-US" altLang="en-US" sz="1700" b="1">
                <a:latin typeface="Arial Regular" panose="020B0604020202090204" charset="0"/>
                <a:cs typeface="Arial Regular" panose="020B0604020202090204" charset="0"/>
              </a:rPr>
              <a:t>Dim_customer:</a:t>
            </a:r>
            <a:r>
              <a:rPr lang="en-US" altLang="en-US" sz="1700">
                <a:latin typeface="Arial Regular" panose="020B0604020202090204" charset="0"/>
                <a:cs typeface="Arial Regular" panose="020B0604020202090204" charset="0"/>
              </a:rPr>
              <a:t> Contains customer information; IdCustomer, Customer_name, Email and Phone. IDcustomer is the primary key.</a:t>
            </a:r>
            <a:endParaRPr lang="en-US" altLang="en-US" sz="1700">
              <a:latin typeface="Arial Regular" panose="020B0604020202090204" charset="0"/>
              <a:cs typeface="Arial Regular" panose="020B0604020202090204" charset="0"/>
            </a:endParaRPr>
          </a:p>
          <a:p>
            <a:pPr algn="just" hangingPunct="0">
              <a:buFont typeface="Arial" panose="020B0604020202090204" pitchFamily="34" charset="0"/>
              <a:buChar char="•"/>
            </a:pPr>
            <a:r>
              <a:rPr lang="en-US" altLang="en-US" sz="1700" b="1">
                <a:latin typeface="Arial Regular" panose="020B0604020202090204" charset="0"/>
                <a:cs typeface="Arial Regular" panose="020B0604020202090204" charset="0"/>
              </a:rPr>
              <a:t>Dim_Location:</a:t>
            </a:r>
            <a:r>
              <a:rPr lang="en-US" altLang="en-US" sz="1700">
                <a:latin typeface="Arial Regular" panose="020B0604020202090204" charset="0"/>
                <a:cs typeface="Arial Regular" panose="020B0604020202090204" charset="0"/>
              </a:rPr>
              <a:t> Contains location-related information; IDLocation, Zipcode, Country, etc. IdLocation is the primary key.</a:t>
            </a:r>
            <a:endParaRPr lang="en-US" altLang="en-US" sz="1700">
              <a:latin typeface="Arial Regular" panose="020B0604020202090204" charset="0"/>
              <a:cs typeface="Arial Regular" panose="020B0604020202090204" charset="0"/>
            </a:endParaRPr>
          </a:p>
          <a:p>
            <a:pPr algn="just" hangingPunct="0">
              <a:buFont typeface="Arial" panose="020B0604020202090204" pitchFamily="34" charset="0"/>
              <a:buChar char="•"/>
            </a:pPr>
            <a:r>
              <a:rPr lang="en-US" altLang="en-US" sz="1700" b="1">
                <a:latin typeface="Arial Regular" panose="020B0604020202090204" charset="0"/>
                <a:cs typeface="Arial Regular" panose="020B0604020202090204" charset="0"/>
              </a:rPr>
              <a:t>Fact_Transactions:</a:t>
            </a:r>
            <a:r>
              <a:rPr lang="en-US" altLang="en-US" sz="1700">
                <a:latin typeface="Arial Regular" panose="020B0604020202090204" charset="0"/>
                <a:cs typeface="Arial Regular" panose="020B0604020202090204" charset="0"/>
              </a:rPr>
              <a:t> Contains cellphone sales and transaction information like IdModel (foreign key), IdCustomer (foreign key), IdLocation (foreign key), Date, Totalprice and Quantity.</a:t>
            </a:r>
            <a:endParaRPr lang="en-US" altLang="en-US" sz="1700">
              <a:latin typeface="Arial Regular" panose="020B0604020202090204" charset="0"/>
              <a:cs typeface="Arial Regular" panose="020B0604020202090204" charset="0"/>
            </a:endParaRPr>
          </a:p>
          <a:p>
            <a:pPr algn="just" hangingPunct="0">
              <a:buFont typeface="Arial" panose="020B0604020202090204" pitchFamily="34" charset="0"/>
              <a:buChar char="•"/>
            </a:pPr>
            <a:r>
              <a:rPr lang="en-US" altLang="en-US" sz="1700" b="1">
                <a:latin typeface="Arial Regular" panose="020B0604020202090204" charset="0"/>
                <a:cs typeface="Arial Regular" panose="020B0604020202090204" charset="0"/>
              </a:rPr>
              <a:t>Dim_date:</a:t>
            </a:r>
            <a:r>
              <a:rPr lang="en-US" altLang="en-US" sz="1700">
                <a:latin typeface="Arial Regular" panose="020B0604020202090204" charset="0"/>
                <a:cs typeface="Arial Regular" panose="020B0604020202090204" charset="0"/>
              </a:rPr>
              <a:t> Contains date, year, quarter and month.</a:t>
            </a:r>
            <a:endParaRPr lang="en-US" altLang="en-US" sz="1700">
              <a:latin typeface="Arial Regular" panose="020B0604020202090204" charset="0"/>
              <a:cs typeface="Arial Regular" panose="020B0604020202090204" charset="0"/>
            </a:endParaRPr>
          </a:p>
        </p:txBody>
      </p:sp>
      <p:sp>
        <p:nvSpPr>
          <p:cNvPr id="5" name="Title 4"/>
          <p:cNvSpPr>
            <a:spLocks noGrp="1"/>
          </p:cNvSpPr>
          <p:nvPr>
            <p:ph type="title" idx="1"/>
            <p:custDataLst>
              <p:tags r:id="rId2"/>
            </p:custDataLst>
          </p:nvPr>
        </p:nvSpPr>
        <p:spPr/>
        <p:txBody>
          <a:bodyPr>
            <a:noAutofit/>
          </a:bodyPr>
          <a:p>
            <a:pPr algn="ctr"/>
            <a:r>
              <a:rPr lang="en-US" altLang="en-US" sz="4000" b="1">
                <a:latin typeface="Arial Bold" panose="020B0604020202090204" charset="0"/>
                <a:cs typeface="Arial Bold" panose="020B0604020202090204" charset="0"/>
                <a:sym typeface="+mn-ea"/>
              </a:rPr>
              <a:t>DATASET DESCRIPTION</a:t>
            </a:r>
            <a:endParaRPr lang="en-US" altLang="en-US" sz="4000" b="1">
              <a:latin typeface="Arial Bold" panose="020B0604020202090204" charset="0"/>
              <a:cs typeface="Arial Bold" panose="020B0604020202090204" charset="0"/>
              <a:sym typeface="+mn-ea"/>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a:spLocks noGrp="1"/>
          </p:cNvSpPr>
          <p:nvPr>
            <p:ph idx="2"/>
            <p:custDataLst>
              <p:tags r:id="rId1"/>
            </p:custDataLst>
          </p:nvPr>
        </p:nvSpPr>
        <p:spPr>
          <a:xfrm>
            <a:off x="608330" y="1313815"/>
            <a:ext cx="10968990" cy="5194935"/>
          </a:xfrm>
        </p:spPr>
        <p:txBody>
          <a:bodyPr>
            <a:noAutofit/>
          </a:bodyPr>
          <a:p>
            <a:pPr algn="just" hangingPunct="0">
              <a:buFont typeface="Arial" panose="020B0604020202090204" pitchFamily="34" charset="0"/>
              <a:buChar char="•"/>
            </a:pPr>
            <a:r>
              <a:rPr lang="en-US" altLang="en-US">
                <a:latin typeface="Arial Regular" panose="020B0604020202090204" charset="0"/>
                <a:cs typeface="Arial Regular" panose="020B0604020202090204" charset="0"/>
              </a:rPr>
              <a:t></a:t>
            </a:r>
            <a:r>
              <a:rPr lang="en-US" altLang="en-US" sz="1700">
                <a:latin typeface="Arial Regular" panose="020B0604020202090204" charset="0"/>
                <a:cs typeface="Arial Regular" panose="020B0604020202090204" charset="0"/>
              </a:rPr>
              <a:t>Which states have customers who purchased cellphones from 2005 onwards?</a:t>
            </a:r>
            <a:endParaRPr lang="en-US" altLang="en-US" sz="1700">
              <a:latin typeface="Arial Regular" panose="020B0604020202090204" charset="0"/>
              <a:cs typeface="Arial Regular" panose="020B0604020202090204" charset="0"/>
            </a:endParaRPr>
          </a:p>
          <a:p>
            <a:pPr algn="just" hangingPunct="0">
              <a:buFont typeface="Arial" panose="020B0604020202090204" pitchFamily="34" charset="0"/>
              <a:buChar char="•"/>
            </a:pPr>
            <a:r>
              <a:rPr lang="en-US" altLang="en-US" sz="1700">
                <a:latin typeface="Arial Regular" panose="020B0604020202090204" charset="0"/>
                <a:cs typeface="Arial Regular" panose="020B0604020202090204" charset="0"/>
              </a:rPr>
              <a:t>Which US state has the highest number of Samsung cellphone purchases?</a:t>
            </a:r>
            <a:endParaRPr lang="en-US" altLang="en-US" sz="1700">
              <a:latin typeface="Arial Regular" panose="020B0604020202090204" charset="0"/>
              <a:cs typeface="Arial Regular" panose="020B0604020202090204" charset="0"/>
            </a:endParaRPr>
          </a:p>
          <a:p>
            <a:pPr algn="just" hangingPunct="0">
              <a:buFont typeface="Arial" panose="020B0604020202090204" pitchFamily="34" charset="0"/>
              <a:buChar char="•"/>
            </a:pPr>
            <a:r>
              <a:rPr lang="en-US" altLang="en-US" sz="1700">
                <a:latin typeface="Arial Regular" panose="020B0604020202090204" charset="0"/>
                <a:cs typeface="Arial Regular" panose="020B0604020202090204" charset="0"/>
              </a:rPr>
              <a:t>How many transactions were made for each model by ZIP code and state?</a:t>
            </a:r>
            <a:endParaRPr lang="en-US" altLang="en-US" sz="1700">
              <a:latin typeface="Arial Regular" panose="020B0604020202090204" charset="0"/>
              <a:cs typeface="Arial Regular" panose="020B0604020202090204" charset="0"/>
            </a:endParaRPr>
          </a:p>
          <a:p>
            <a:pPr algn="just" hangingPunct="0">
              <a:buFont typeface="Arial" panose="020B0604020202090204" pitchFamily="34" charset="0"/>
              <a:buChar char="•"/>
            </a:pPr>
            <a:r>
              <a:rPr lang="en-US" altLang="en-US" sz="1700">
                <a:latin typeface="Arial Regular" panose="020B0604020202090204" charset="0"/>
                <a:cs typeface="Arial Regular" panose="020B0604020202090204" charset="0"/>
              </a:rPr>
              <a:t>Which is the cheapest cellphone and what is its price?</a:t>
            </a:r>
            <a:endParaRPr lang="en-US" altLang="en-US" sz="1700">
              <a:latin typeface="Arial Regular" panose="020B0604020202090204" charset="0"/>
              <a:cs typeface="Arial Regular" panose="020B0604020202090204" charset="0"/>
            </a:endParaRPr>
          </a:p>
          <a:p>
            <a:pPr algn="just" hangingPunct="0">
              <a:buFont typeface="Arial" panose="020B0604020202090204" pitchFamily="34" charset="0"/>
              <a:buChar char="•"/>
            </a:pPr>
            <a:r>
              <a:rPr lang="en-US" altLang="en-US" sz="1700">
                <a:latin typeface="Arial Regular" panose="020B0604020202090204" charset="0"/>
                <a:cs typeface="Arial Regular" panose="020B0604020202090204" charset="0"/>
              </a:rPr>
              <a:t>What is the average price of models belonging to the top 5 manufacturers by sales quantity?</a:t>
            </a:r>
            <a:endParaRPr lang="en-US" altLang="en-US" sz="1700">
              <a:latin typeface="Arial Regular" panose="020B0604020202090204" charset="0"/>
              <a:cs typeface="Arial Regular" panose="020B0604020202090204" charset="0"/>
            </a:endParaRPr>
          </a:p>
          <a:p>
            <a:pPr algn="just" hangingPunct="0">
              <a:buFont typeface="Arial" panose="020B0604020202090204" pitchFamily="34" charset="0"/>
              <a:buChar char="•"/>
            </a:pPr>
            <a:r>
              <a:rPr lang="en-US" altLang="en-US" sz="1700">
                <a:latin typeface="Arial Regular" panose="020B0604020202090204" charset="0"/>
                <a:cs typeface="Arial Regular" panose="020B0604020202090204" charset="0"/>
              </a:rPr>
              <a:t>Which customers spent more than $500 on average in 2009 and the average amount they spent?</a:t>
            </a:r>
            <a:endParaRPr lang="en-US" altLang="en-US" sz="1700">
              <a:latin typeface="Arial Regular" panose="020B0604020202090204" charset="0"/>
              <a:cs typeface="Arial Regular" panose="020B0604020202090204" charset="0"/>
            </a:endParaRPr>
          </a:p>
          <a:p>
            <a:pPr algn="just" hangingPunct="0">
              <a:buFont typeface="Arial" panose="020B0604020202090204" pitchFamily="34" charset="0"/>
              <a:buChar char="•"/>
            </a:pPr>
            <a:r>
              <a:rPr lang="en-US" altLang="en-US" sz="1700">
                <a:latin typeface="Arial Regular" panose="020B0604020202090204" charset="0"/>
                <a:cs typeface="Arial Regular" panose="020B0604020202090204" charset="0"/>
              </a:rPr>
              <a:t>Which models were among the top 5 by quantity in 2008, 2009, and 2010 simultaneously?</a:t>
            </a:r>
            <a:endParaRPr lang="en-US" altLang="en-US" sz="1700">
              <a:latin typeface="Arial Regular" panose="020B0604020202090204" charset="0"/>
              <a:cs typeface="Arial Regular" panose="020B0604020202090204" charset="0"/>
            </a:endParaRPr>
          </a:p>
          <a:p>
            <a:pPr algn="just" hangingPunct="0">
              <a:buFont typeface="Arial" panose="020B0604020202090204" pitchFamily="34" charset="0"/>
              <a:buChar char="•"/>
            </a:pPr>
            <a:r>
              <a:rPr lang="en-US" altLang="en-US" sz="1700">
                <a:latin typeface="Arial Regular" panose="020B0604020202090204" charset="0"/>
                <a:cs typeface="Arial Regular" panose="020B0604020202090204" charset="0"/>
              </a:rPr>
              <a:t>Which manufacturer had the second-highest sales in 2009 and 2010?</a:t>
            </a:r>
            <a:endParaRPr lang="en-US" altLang="en-US" sz="1700">
              <a:latin typeface="Arial Regular" panose="020B0604020202090204" charset="0"/>
              <a:cs typeface="Arial Regular" panose="020B0604020202090204" charset="0"/>
            </a:endParaRPr>
          </a:p>
          <a:p>
            <a:pPr algn="just" hangingPunct="0">
              <a:buFont typeface="Arial" panose="020B0604020202090204" pitchFamily="34" charset="0"/>
              <a:buChar char="•"/>
            </a:pPr>
            <a:r>
              <a:rPr lang="en-US" altLang="en-US" sz="1700">
                <a:latin typeface="Arial Regular" panose="020B0604020202090204" charset="0"/>
                <a:cs typeface="Arial Regular" panose="020B0604020202090204" charset="0"/>
              </a:rPr>
              <a:t>Which manufacturers sold cellphones in 2010 but not in 2009?</a:t>
            </a:r>
            <a:endParaRPr lang="en-US" altLang="en-US" sz="1700">
              <a:latin typeface="Arial Regular" panose="020B0604020202090204" charset="0"/>
              <a:cs typeface="Arial Regular" panose="020B0604020202090204" charset="0"/>
            </a:endParaRPr>
          </a:p>
          <a:p>
            <a:pPr algn="just" hangingPunct="0">
              <a:buFont typeface="Arial" panose="020B0604020202090204" pitchFamily="34" charset="0"/>
              <a:buChar char="•"/>
            </a:pPr>
            <a:r>
              <a:rPr lang="en-US" altLang="en-US" sz="1700">
                <a:latin typeface="Arial Regular" panose="020B0604020202090204" charset="0"/>
                <a:cs typeface="Arial Regular" panose="020B0604020202090204" charset="0"/>
              </a:rPr>
              <a:t>Who are the top 100 customers based on average spending, average quantity purchased and how did their spending change year over year?</a:t>
            </a:r>
            <a:endParaRPr lang="en-US" altLang="en-US" sz="1700">
              <a:latin typeface="Arial Regular" panose="020B0604020202090204" charset="0"/>
              <a:cs typeface="Arial Regular" panose="020B0604020202090204" charset="0"/>
            </a:endParaRPr>
          </a:p>
        </p:txBody>
      </p:sp>
      <p:sp>
        <p:nvSpPr>
          <p:cNvPr id="5" name="Title 4"/>
          <p:cNvSpPr>
            <a:spLocks noGrp="1"/>
          </p:cNvSpPr>
          <p:nvPr>
            <p:ph type="title" idx="1"/>
            <p:custDataLst>
              <p:tags r:id="rId2"/>
            </p:custDataLst>
          </p:nvPr>
        </p:nvSpPr>
        <p:spPr/>
        <p:txBody>
          <a:bodyPr>
            <a:noAutofit/>
          </a:bodyPr>
          <a:p>
            <a:pPr algn="ctr"/>
            <a:r>
              <a:rPr lang="en-US" altLang="en-US" sz="4000" b="1">
                <a:latin typeface="Arial Bold" panose="020B0604020202090204" charset="0"/>
                <a:cs typeface="Arial Bold" panose="020B0604020202090204" charset="0"/>
                <a:sym typeface="+mn-ea"/>
              </a:rPr>
              <a:t>BUSINESS QUESTIONS</a:t>
            </a:r>
            <a:endParaRPr lang="en-US" altLang="en-US" sz="4000" b="1">
              <a:latin typeface="Arial Bold" panose="020B0604020202090204" charset="0"/>
              <a:cs typeface="Arial Bold" panose="020B0604020202090204" charset="0"/>
              <a:sym typeface="+mn-ea"/>
            </a:endParaRPr>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a:spLocks noGrp="1"/>
          </p:cNvSpPr>
          <p:nvPr>
            <p:ph idx="2"/>
            <p:custDataLst>
              <p:tags r:id="rId1"/>
            </p:custDataLst>
          </p:nvPr>
        </p:nvSpPr>
        <p:spPr>
          <a:xfrm>
            <a:off x="608330" y="1490345"/>
            <a:ext cx="10968990" cy="5018405"/>
          </a:xfrm>
        </p:spPr>
        <p:txBody>
          <a:bodyPr>
            <a:noAutofit/>
          </a:bodyPr>
          <a:p>
            <a:pPr marL="0" indent="0" algn="just" hangingPunct="0">
              <a:buFont typeface="Arial" panose="020B0604020202090204" pitchFamily="34" charset="0"/>
              <a:buNone/>
            </a:pPr>
            <a:r>
              <a:rPr lang="en-US" altLang="en-US" b="1">
                <a:latin typeface="Arial Bold" panose="020B0604020202090204" charset="0"/>
                <a:cs typeface="Arial Bold" panose="020B0604020202090204" charset="0"/>
              </a:rPr>
              <a:t>Understanding Business Problem</a:t>
            </a:r>
            <a:endParaRPr lang="en-US" altLang="en-US" b="1">
              <a:latin typeface="Arial Bold" panose="020B0604020202090204" charset="0"/>
              <a:cs typeface="Arial Bold" panose="020B0604020202090204" charset="0"/>
            </a:endParaRPr>
          </a:p>
          <a:p>
            <a:pPr marL="0" indent="0" algn="just" hangingPunct="0">
              <a:buFont typeface="Arial" panose="020B0604020202090204" pitchFamily="34" charset="0"/>
              <a:buNone/>
            </a:pPr>
            <a:r>
              <a:rPr lang="en-US" altLang="en-US" sz="1700">
                <a:latin typeface="Arial Regular" panose="020B0604020202090204" charset="0"/>
                <a:cs typeface="Arial Regular" panose="020B0604020202090204" charset="0"/>
              </a:rPr>
              <a:t>Define key business requirements related to sales, products, and customer behavior.</a:t>
            </a:r>
            <a:endParaRPr lang="en-US" altLang="en-US" sz="1700">
              <a:latin typeface="Arial Regular" panose="020B0604020202090204" charset="0"/>
              <a:cs typeface="Arial Regular" panose="020B0604020202090204" charset="0"/>
            </a:endParaRPr>
          </a:p>
          <a:p>
            <a:pPr marL="0" indent="0" algn="just" hangingPunct="0">
              <a:buFont typeface="Arial" panose="020B0604020202090204" pitchFamily="34" charset="0"/>
              <a:buNone/>
            </a:pPr>
            <a:r>
              <a:rPr lang="en-US" altLang="en-US" b="1">
                <a:latin typeface="Arial Bold" panose="020B0604020202090204" charset="0"/>
                <a:cs typeface="Arial Bold" panose="020B0604020202090204" charset="0"/>
              </a:rPr>
              <a:t>Understanding the Data and Data preparation</a:t>
            </a:r>
            <a:endParaRPr lang="en-US" altLang="en-US" b="1">
              <a:latin typeface="Arial Bold" panose="020B0604020202090204" charset="0"/>
              <a:cs typeface="Arial Bold" panose="020B0604020202090204" charset="0"/>
            </a:endParaRPr>
          </a:p>
          <a:p>
            <a:pPr marL="0" indent="0" algn="just" hangingPunct="0">
              <a:buFont typeface="Arial" panose="020B0604020202090204" pitchFamily="34" charset="0"/>
              <a:buNone/>
            </a:pPr>
            <a:r>
              <a:rPr lang="en-US" altLang="en-US" sz="1700">
                <a:latin typeface="Arial Regular" panose="020B0604020202090204" charset="0"/>
                <a:cs typeface="Arial Regular" panose="020B0604020202090204" charset="0"/>
              </a:rPr>
              <a:t>Review database tables, relationships, and relevant transaction fields.</a:t>
            </a:r>
            <a:endParaRPr lang="en-US" altLang="en-US" sz="1700">
              <a:latin typeface="Arial Regular" panose="020B0604020202090204" charset="0"/>
              <a:cs typeface="Arial Regular" panose="020B0604020202090204" charset="0"/>
            </a:endParaRPr>
          </a:p>
          <a:p>
            <a:pPr marL="0" indent="0" algn="just" hangingPunct="0">
              <a:buFont typeface="Arial" panose="020B0604020202090204" pitchFamily="34" charset="0"/>
              <a:buNone/>
            </a:pPr>
            <a:r>
              <a:rPr lang="en-US" altLang="en-US" b="1">
                <a:latin typeface="Arial Bold" panose="020B0604020202090204" charset="0"/>
                <a:cs typeface="Arial Bold" panose="020B0604020202090204" charset="0"/>
              </a:rPr>
              <a:t>SQL Analysis</a:t>
            </a:r>
            <a:endParaRPr lang="en-US" altLang="en-US" b="1">
              <a:latin typeface="Arial Bold" panose="020B0604020202090204" charset="0"/>
              <a:cs typeface="Arial Bold" panose="020B0604020202090204" charset="0"/>
            </a:endParaRPr>
          </a:p>
          <a:p>
            <a:pPr marL="0" indent="0" algn="just" hangingPunct="0">
              <a:buFont typeface="Arial" panose="020B0604020202090204" pitchFamily="34" charset="0"/>
              <a:buNone/>
            </a:pPr>
            <a:r>
              <a:rPr lang="en-US" altLang="en-US" sz="1700">
                <a:latin typeface="Arial Regular" panose="020B0604020202090204" charset="0"/>
                <a:cs typeface="Arial Regular" panose="020B0604020202090204" charset="0"/>
              </a:rPr>
              <a:t>Use JOINs, Group by, aggregations, subqueries, Intersect, Except and Lag() to answer business questions.</a:t>
            </a:r>
            <a:endParaRPr lang="en-US" altLang="en-US" sz="1700">
              <a:latin typeface="Arial Regular" panose="020B0604020202090204" charset="0"/>
              <a:cs typeface="Arial Regular" panose="020B0604020202090204" charset="0"/>
            </a:endParaRPr>
          </a:p>
          <a:p>
            <a:pPr marL="0" indent="0" algn="just" hangingPunct="0">
              <a:buFont typeface="Arial" panose="020B0604020202090204" pitchFamily="34" charset="0"/>
              <a:buNone/>
            </a:pPr>
            <a:r>
              <a:rPr lang="en-US" altLang="en-US" b="1">
                <a:latin typeface="Arial Bold" panose="020B0604020202090204" charset="0"/>
                <a:cs typeface="Arial Bold" panose="020B0604020202090204" charset="0"/>
              </a:rPr>
              <a:t>Identify Key Findings</a:t>
            </a:r>
            <a:endParaRPr lang="en-US" altLang="en-US" b="1">
              <a:latin typeface="Arial Bold" panose="020B0604020202090204" charset="0"/>
              <a:cs typeface="Arial Bold" panose="020B0604020202090204" charset="0"/>
            </a:endParaRPr>
          </a:p>
          <a:p>
            <a:pPr marL="0" indent="0" algn="just" hangingPunct="0">
              <a:buFont typeface="Arial" panose="020B0604020202090204" pitchFamily="34" charset="0"/>
              <a:buNone/>
            </a:pPr>
            <a:r>
              <a:rPr lang="en-US" altLang="en-US" sz="1700">
                <a:latin typeface="Arial Regular" panose="020B0604020202090204" charset="0"/>
                <a:cs typeface="Arial Regular" panose="020B0604020202090204" charset="0"/>
              </a:rPr>
              <a:t>Analyze regional demand, product performance, manufacturer trends, and customer spending.</a:t>
            </a:r>
            <a:endParaRPr lang="en-US" altLang="en-US" sz="1700">
              <a:latin typeface="Arial Regular" panose="020B0604020202090204" charset="0"/>
              <a:cs typeface="Arial Regular" panose="020B0604020202090204" charset="0"/>
            </a:endParaRPr>
          </a:p>
          <a:p>
            <a:pPr marL="0" indent="0" algn="just" hangingPunct="0">
              <a:buFont typeface="Arial" panose="020B0604020202090204" pitchFamily="34" charset="0"/>
              <a:buNone/>
            </a:pPr>
            <a:r>
              <a:rPr lang="en-US" altLang="en-US" b="1">
                <a:latin typeface="Arial Bold" panose="020B0604020202090204" charset="0"/>
                <a:cs typeface="Arial Bold" panose="020B0604020202090204" charset="0"/>
              </a:rPr>
              <a:t>Business Recommendations</a:t>
            </a:r>
            <a:endParaRPr lang="en-US" altLang="en-US" b="1">
              <a:latin typeface="Arial Bold" panose="020B0604020202090204" charset="0"/>
              <a:cs typeface="Arial Bold" panose="020B0604020202090204" charset="0"/>
            </a:endParaRPr>
          </a:p>
          <a:p>
            <a:pPr marL="0" indent="0" algn="just" hangingPunct="0">
              <a:buFont typeface="Arial" panose="020B0604020202090204" pitchFamily="34" charset="0"/>
              <a:buNone/>
            </a:pPr>
            <a:r>
              <a:rPr lang="en-US" altLang="en-US" sz="1700">
                <a:latin typeface="Arial" panose="020B0604020202090204" pitchFamily="34" charset="0"/>
              </a:rPr>
              <a:t>Improved regional sales, overall sales, customer retention, and marketing strategies with the help of findings.</a:t>
            </a:r>
            <a:endParaRPr lang="en-US" altLang="en-US" sz="1700">
              <a:latin typeface="Arial" panose="020B0604020202090204" pitchFamily="34" charset="0"/>
            </a:endParaRPr>
          </a:p>
        </p:txBody>
      </p:sp>
      <p:sp>
        <p:nvSpPr>
          <p:cNvPr id="5" name="Title 4"/>
          <p:cNvSpPr>
            <a:spLocks noGrp="1"/>
          </p:cNvSpPr>
          <p:nvPr>
            <p:ph type="title" idx="1"/>
            <p:custDataLst>
              <p:tags r:id="rId2"/>
            </p:custDataLst>
          </p:nvPr>
        </p:nvSpPr>
        <p:spPr/>
        <p:txBody>
          <a:bodyPr>
            <a:noAutofit/>
          </a:bodyPr>
          <a:p>
            <a:pPr algn="ctr"/>
            <a:r>
              <a:rPr altLang="en-US" sz="4000">
                <a:latin typeface="Arial Regular" panose="020B0604020202090204" charset="0"/>
                <a:cs typeface="Arial Regular" panose="020B0604020202090204" charset="0"/>
                <a:sym typeface="+mn-ea"/>
              </a:rPr>
              <a:t>PROJECT APPROACH</a:t>
            </a:r>
            <a:endParaRPr lang="en-US" altLang="en-US" sz="4000" b="1">
              <a:latin typeface="Arial Bold" panose="020B0604020202090204" charset="0"/>
              <a:cs typeface="Arial Bold" panose="020B0604020202090204" charset="0"/>
              <a:sym typeface="+mn-ea"/>
            </a:endParaRPr>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a:spLocks noGrp="1"/>
          </p:cNvSpPr>
          <p:nvPr>
            <p:ph idx="2"/>
            <p:custDataLst>
              <p:tags r:id="rId1"/>
            </p:custDataLst>
          </p:nvPr>
        </p:nvSpPr>
        <p:spPr>
          <a:xfrm>
            <a:off x="608330" y="1490345"/>
            <a:ext cx="10968990" cy="5018405"/>
          </a:xfrm>
        </p:spPr>
        <p:txBody>
          <a:bodyPr>
            <a:noAutofit/>
          </a:bodyPr>
          <a:p>
            <a:pPr algn="l" hangingPunct="0"/>
            <a:r>
              <a:rPr lang="en-US" altLang="en-US" sz="1700">
                <a:latin typeface="Arial Regular" panose="020B0604020202090204" charset="0"/>
                <a:cs typeface="Arial Regular" panose="020B0604020202090204" charset="0"/>
              </a:rPr>
              <a:t>Identified the states where cellphone purchases were made from 2005 onwards. There were only six states; Arizona, Maryland, Haryana, Maharashtra, Delhi and Karnataka.</a:t>
            </a:r>
            <a:endParaRPr lang="en-US" altLang="en-US" sz="1700">
              <a:latin typeface="Arial Regular" panose="020B0604020202090204" charset="0"/>
              <a:cs typeface="Arial Regular" panose="020B0604020202090204" charset="0"/>
            </a:endParaRPr>
          </a:p>
          <a:p>
            <a:pPr algn="l" hangingPunct="0"/>
            <a:r>
              <a:rPr lang="en-US" altLang="en-US" sz="1700">
                <a:latin typeface="Arial Regular" panose="020B0604020202090204" charset="0"/>
                <a:cs typeface="Arial Regular" panose="020B0604020202090204" charset="0"/>
              </a:rPr>
              <a:t>Arizona is the only US state where highest number of Samsung cellphones are purchased, indicating strong Samsung demand in the state.</a:t>
            </a:r>
            <a:endParaRPr lang="en-US" altLang="en-US" sz="1700">
              <a:latin typeface="Arial Regular" panose="020B0604020202090204" charset="0"/>
              <a:cs typeface="Arial Regular" panose="020B0604020202090204" charset="0"/>
            </a:endParaRPr>
          </a:p>
          <a:p>
            <a:pPr algn="l" hangingPunct="0"/>
            <a:r>
              <a:rPr lang="en-US" altLang="en-US" sz="1700">
                <a:latin typeface="Arial Regular" panose="020B0604020202090204" charset="0"/>
                <a:cs typeface="Arial Regular" panose="020B0604020202090204" charset="0"/>
              </a:rPr>
              <a:t>Analyzed the number of transactions by cellphone model, ZIP code, and state. The transaction volumes varied by state and ZIP code, which indicates differences in product demand across regions.</a:t>
            </a:r>
            <a:endParaRPr lang="en-US" altLang="en-US" sz="1700">
              <a:latin typeface="Arial Regular" panose="020B0604020202090204" charset="0"/>
              <a:cs typeface="Arial Regular" panose="020B0604020202090204" charset="0"/>
            </a:endParaRPr>
          </a:p>
          <a:p>
            <a:pPr algn="l" hangingPunct="0"/>
            <a:r>
              <a:rPr lang="en-US" altLang="en-US" sz="1700">
                <a:latin typeface="Arial Regular" panose="020B0604020202090204" charset="0"/>
                <a:cs typeface="Arial Regular" panose="020B0604020202090204" charset="0"/>
              </a:rPr>
              <a:t>Model- 3210 was identified the cheapest cellphone model and its price is $14 units.</a:t>
            </a:r>
            <a:endParaRPr lang="en-US" altLang="en-US" sz="1700">
              <a:latin typeface="Arial Regular" panose="020B0604020202090204" charset="0"/>
              <a:cs typeface="Arial Regular" panose="020B0604020202090204" charset="0"/>
            </a:endParaRPr>
          </a:p>
          <a:p>
            <a:pPr algn="l" hangingPunct="0"/>
            <a:r>
              <a:rPr lang="en-US" altLang="en-US" sz="1700">
                <a:latin typeface="Arial Regular" panose="020B0604020202090204" charset="0"/>
                <a:cs typeface="Arial Regular" panose="020B0604020202090204" charset="0"/>
              </a:rPr>
              <a:t>The analysis of the top manufacturers helped compare their sales performance and the average prices of their models.</a:t>
            </a:r>
            <a:endParaRPr lang="en-US" altLang="en-US" sz="1700">
              <a:latin typeface="Arial Regular" panose="020B0604020202090204" charset="0"/>
              <a:cs typeface="Arial Regular" panose="020B0604020202090204" charset="0"/>
            </a:endParaRPr>
          </a:p>
          <a:p>
            <a:pPr algn="just" hangingPunct="0"/>
            <a:r>
              <a:rPr altLang="en-US" sz="1700">
                <a:latin typeface="Arial Regular" panose="020B0604020202090204" charset="0"/>
                <a:cs typeface="Arial Regular" panose="020B0604020202090204" charset="0"/>
                <a:sym typeface="+mn-ea"/>
              </a:rPr>
              <a:t> Identified six high value customers with an average spending of more than $500 in 2009.</a:t>
            </a:r>
            <a:endParaRPr lang="en-US" altLang="en-US" sz="1700">
              <a:latin typeface="Arial Regular" panose="020B0604020202090204" charset="0"/>
              <a:cs typeface="Arial Regular" panose="020B0604020202090204" charset="0"/>
            </a:endParaRPr>
          </a:p>
          <a:p>
            <a:pPr algn="just" hangingPunct="0"/>
            <a:r>
              <a:rPr altLang="en-US" sz="1700">
                <a:latin typeface="Arial Regular" panose="020B0604020202090204" charset="0"/>
                <a:cs typeface="Arial Regular" panose="020B0604020202090204" charset="0"/>
                <a:sym typeface="+mn-ea"/>
              </a:rPr>
              <a:t>Model-109 remained among the top five most purchased models in 2008, 2009, and 2010, indicating consistent customer demand.</a:t>
            </a:r>
            <a:endParaRPr lang="en-US" altLang="en-US" sz="1700">
              <a:latin typeface="Arial Regular" panose="020B0604020202090204" charset="0"/>
              <a:cs typeface="Arial Regular" panose="020B0604020202090204" charset="0"/>
            </a:endParaRPr>
          </a:p>
          <a:p>
            <a:pPr marL="0" indent="0" algn="just" hangingPunct="0">
              <a:buFont typeface="Arial" panose="020B0604020202090204" pitchFamily="34" charset="0"/>
              <a:buNone/>
            </a:pPr>
            <a:endParaRPr lang="en-US" altLang="en-US" sz="2000">
              <a:latin typeface="Arial Regular" panose="020B0604020202090204" charset="0"/>
              <a:cs typeface="Arial Regular" panose="020B0604020202090204" charset="0"/>
            </a:endParaRPr>
          </a:p>
        </p:txBody>
      </p:sp>
      <p:sp>
        <p:nvSpPr>
          <p:cNvPr id="5" name="Title 4"/>
          <p:cNvSpPr>
            <a:spLocks noGrp="1"/>
          </p:cNvSpPr>
          <p:nvPr>
            <p:ph type="title" idx="1"/>
            <p:custDataLst>
              <p:tags r:id="rId2"/>
            </p:custDataLst>
          </p:nvPr>
        </p:nvSpPr>
        <p:spPr/>
        <p:txBody>
          <a:bodyPr>
            <a:noAutofit/>
          </a:bodyPr>
          <a:p>
            <a:pPr algn="ctr"/>
            <a:r>
              <a:rPr lang="en-US" altLang="en-US" sz="4000" b="1">
                <a:latin typeface="Arial Bold" panose="020B0604020202090204" charset="0"/>
                <a:cs typeface="Arial Bold" panose="020B0604020202090204" charset="0"/>
                <a:sym typeface="+mn-ea"/>
              </a:rPr>
              <a:t>KEY FINDINGS</a:t>
            </a:r>
            <a:endParaRPr lang="en-US" altLang="en-US" sz="4000" b="1">
              <a:latin typeface="Arial Bold" panose="020B0604020202090204" charset="0"/>
              <a:cs typeface="Arial Bold" panose="020B0604020202090204" charset="0"/>
              <a:sym typeface="+mn-ea"/>
            </a:endParaRPr>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a:spLocks noGrp="1"/>
          </p:cNvSpPr>
          <p:nvPr>
            <p:ph idx="2"/>
            <p:custDataLst>
              <p:tags r:id="rId1"/>
            </p:custDataLst>
          </p:nvPr>
        </p:nvSpPr>
        <p:spPr>
          <a:xfrm>
            <a:off x="608330" y="1490345"/>
            <a:ext cx="10968990" cy="5018405"/>
          </a:xfrm>
        </p:spPr>
        <p:txBody>
          <a:bodyPr>
            <a:noAutofit/>
          </a:bodyPr>
          <a:p>
            <a:pPr algn="just" hangingPunct="0"/>
            <a:r>
              <a:rPr lang="en-US" altLang="en-US" sz="1700">
                <a:latin typeface="Arial Regular" panose="020B0604020202090204" charset="0"/>
                <a:cs typeface="Arial Regular" panose="020B0604020202090204" charset="0"/>
              </a:rPr>
              <a:t>Samsung had the second-highest sales in 2009, while Apple ranked second in 2010, showing a change in manufacturer’s performance.</a:t>
            </a:r>
            <a:endParaRPr lang="en-US" altLang="en-US" sz="1700">
              <a:latin typeface="Arial Regular" panose="020B0604020202090204" charset="0"/>
              <a:cs typeface="Arial Regular" panose="020B0604020202090204" charset="0"/>
            </a:endParaRPr>
          </a:p>
          <a:p>
            <a:pPr algn="just" hangingPunct="0"/>
            <a:r>
              <a:rPr lang="en-US" altLang="en-US" sz="1700">
                <a:latin typeface="Arial Regular" panose="020B0604020202090204" charset="0"/>
                <a:cs typeface="Arial Regular" panose="020B0604020202090204" charset="0"/>
              </a:rPr>
              <a:t>HTC recorded sales in 2010 but had no record of sales in 2009, indicating a change in it’s sales.</a:t>
            </a:r>
            <a:endParaRPr lang="en-US" altLang="en-US" sz="1700">
              <a:latin typeface="Arial Regular" panose="020B0604020202090204" charset="0"/>
              <a:cs typeface="Arial Regular" panose="020B0604020202090204" charset="0"/>
            </a:endParaRPr>
          </a:p>
          <a:p>
            <a:pPr algn="just" hangingPunct="0"/>
            <a:r>
              <a:rPr lang="en-US" altLang="en-US" sz="1700">
                <a:latin typeface="Arial Regular" panose="020B0604020202090204" charset="0"/>
                <a:cs typeface="Arial Regular" panose="020B0604020202090204" charset="0"/>
              </a:rPr>
              <a:t>Analyzed the top 100 customers, including their average spending, average quantity purchased, and changes in spending over time to under the customer purchasing behaviour.</a:t>
            </a:r>
            <a:endParaRPr lang="en-US" altLang="en-US" sz="1700">
              <a:latin typeface="Arial Regular" panose="020B0604020202090204" charset="0"/>
              <a:cs typeface="Arial Regular" panose="020B0604020202090204" charset="0"/>
            </a:endParaRPr>
          </a:p>
        </p:txBody>
      </p:sp>
      <p:sp>
        <p:nvSpPr>
          <p:cNvPr id="5" name="Title 4"/>
          <p:cNvSpPr>
            <a:spLocks noGrp="1"/>
          </p:cNvSpPr>
          <p:nvPr>
            <p:ph type="title" idx="1"/>
            <p:custDataLst>
              <p:tags r:id="rId2"/>
            </p:custDataLst>
          </p:nvPr>
        </p:nvSpPr>
        <p:spPr/>
        <p:txBody>
          <a:bodyPr>
            <a:noAutofit/>
          </a:bodyPr>
          <a:p>
            <a:pPr algn="ctr"/>
            <a:r>
              <a:rPr lang="en-US" altLang="en-US" sz="4000" b="1">
                <a:latin typeface="Arial Bold" panose="020B0604020202090204" charset="0"/>
                <a:cs typeface="Arial Bold" panose="020B0604020202090204" charset="0"/>
                <a:sym typeface="+mn-ea"/>
              </a:rPr>
              <a:t>KEY FINDINGS</a:t>
            </a:r>
            <a:endParaRPr lang="en-US" altLang="en-US" sz="4000" b="1">
              <a:latin typeface="Arial Bold" panose="020B0604020202090204" charset="0"/>
              <a:cs typeface="Arial Bold" panose="020B0604020202090204" charset="0"/>
              <a:sym typeface="+mn-ea"/>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a:spLocks noGrp="1"/>
          </p:cNvSpPr>
          <p:nvPr>
            <p:ph idx="2"/>
            <p:custDataLst>
              <p:tags r:id="rId1"/>
            </p:custDataLst>
          </p:nvPr>
        </p:nvSpPr>
        <p:spPr>
          <a:xfrm>
            <a:off x="608330" y="1490345"/>
            <a:ext cx="10968990" cy="5018405"/>
          </a:xfrm>
        </p:spPr>
        <p:txBody>
          <a:bodyPr>
            <a:noAutofit/>
          </a:bodyPr>
          <a:p>
            <a:pPr algn="just" hangingPunct="0"/>
            <a:r>
              <a:rPr altLang="en-US" sz="1700">
                <a:latin typeface="Arial Regular" panose="020B0604020202090204" charset="0"/>
                <a:cs typeface="Arial Regular" panose="020B0604020202090204" charset="0"/>
                <a:sym typeface="+mn-ea"/>
              </a:rPr>
              <a:t>Use customer spend for target marketing: By analyzing the year over year change in average spend, company can target different customer segments based on the difference in average spend.</a:t>
            </a:r>
            <a:endParaRPr lang="en-US" altLang="en-US" sz="1700">
              <a:latin typeface="Arial Regular" panose="020B0604020202090204" charset="0"/>
              <a:cs typeface="Arial Regular" panose="020B0604020202090204" charset="0"/>
            </a:endParaRPr>
          </a:p>
          <a:p>
            <a:pPr algn="just" hangingPunct="0"/>
            <a:endParaRPr lang="en-US" altLang="en-US" sz="1700">
              <a:latin typeface="Arial Regular" panose="020B0604020202090204" charset="0"/>
              <a:cs typeface="Arial Regular" panose="020B0604020202090204" charset="0"/>
            </a:endParaRPr>
          </a:p>
          <a:p>
            <a:pPr algn="just" hangingPunct="0"/>
            <a:r>
              <a:rPr altLang="en-US" sz="1700">
                <a:latin typeface="Arial Regular" panose="020B0604020202090204" charset="0"/>
                <a:cs typeface="Arial Regular" panose="020B0604020202090204" charset="0"/>
                <a:sym typeface="+mn-ea"/>
              </a:rPr>
              <a:t>Monitor changes in manufacturer performance: It was identified that Samsung was top 2nd manufacturer in 2009 but in 2010 Apple took over the 2nd position indicating the customer’s preferences were changed. Business should regularly monitor the change to make strategies accordingly.</a:t>
            </a:r>
            <a:endParaRPr lang="en-US" altLang="en-US" sz="1700">
              <a:latin typeface="Arial Regular" panose="020B0604020202090204" charset="0"/>
              <a:cs typeface="Arial Regular" panose="020B0604020202090204" charset="0"/>
            </a:endParaRPr>
          </a:p>
          <a:p>
            <a:pPr algn="just" hangingPunct="0"/>
            <a:endParaRPr lang="en-US" altLang="en-US" sz="2000">
              <a:latin typeface="Arial Regular" panose="020B0604020202090204" charset="0"/>
              <a:cs typeface="Arial Regular" panose="020B0604020202090204" charset="0"/>
            </a:endParaRPr>
          </a:p>
          <a:p>
            <a:pPr algn="just" hangingPunct="0"/>
            <a:endParaRPr lang="en-US" altLang="en-US" sz="2000">
              <a:latin typeface="Arial Regular" panose="020B0604020202090204" charset="0"/>
              <a:cs typeface="Arial Regular" panose="020B0604020202090204" charset="0"/>
            </a:endParaRPr>
          </a:p>
        </p:txBody>
      </p:sp>
      <p:sp>
        <p:nvSpPr>
          <p:cNvPr id="5" name="Title 4"/>
          <p:cNvSpPr>
            <a:spLocks noGrp="1"/>
          </p:cNvSpPr>
          <p:nvPr>
            <p:ph type="title" idx="1"/>
            <p:custDataLst>
              <p:tags r:id="rId2"/>
            </p:custDataLst>
          </p:nvPr>
        </p:nvSpPr>
        <p:spPr/>
        <p:txBody>
          <a:bodyPr>
            <a:noAutofit/>
          </a:bodyPr>
          <a:p>
            <a:pPr algn="ctr"/>
            <a:r>
              <a:rPr lang="en-US" altLang="en-US" sz="4000" b="1">
                <a:latin typeface="Arial Bold" panose="020B0604020202090204" charset="0"/>
                <a:cs typeface="Arial Bold" panose="020B0604020202090204" charset="0"/>
                <a:sym typeface="+mn-ea"/>
              </a:rPr>
              <a:t>BUSINESS INSIGHT</a:t>
            </a:r>
            <a:endParaRPr lang="en-US" altLang="en-US" sz="4000" b="1">
              <a:latin typeface="Arial Bold" panose="020B0604020202090204" charset="0"/>
              <a:cs typeface="Arial Bold" panose="020B0604020202090204" charset="0"/>
              <a:sym typeface="+mn-ea"/>
            </a:endParaRPr>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a:spLocks noGrp="1"/>
          </p:cNvSpPr>
          <p:nvPr>
            <p:ph idx="2"/>
            <p:custDataLst>
              <p:tags r:id="rId1"/>
            </p:custDataLst>
          </p:nvPr>
        </p:nvSpPr>
        <p:spPr>
          <a:xfrm>
            <a:off x="608330" y="1819275"/>
            <a:ext cx="10968990" cy="4689475"/>
          </a:xfrm>
        </p:spPr>
        <p:txBody>
          <a:bodyPr>
            <a:noAutofit/>
          </a:bodyPr>
          <a:p>
            <a:pPr algn="just" hangingPunct="0"/>
            <a:r>
              <a:rPr lang="en-US" altLang="en-US" sz="1700">
                <a:latin typeface="Arial Regular" panose="020B0604020202090204" charset="0"/>
                <a:cs typeface="Arial Regular" panose="020B0604020202090204" charset="0"/>
              </a:rPr>
              <a:t>Focus on high-demand products: Models such as Model 109, which showed consistent demand across multiple years, should receive priority in inventory and promotional planning.</a:t>
            </a:r>
            <a:endParaRPr lang="en-US" altLang="en-US" sz="1700">
              <a:latin typeface="Arial Regular" panose="020B0604020202090204" charset="0"/>
              <a:cs typeface="Arial Regular" panose="020B0604020202090204" charset="0"/>
            </a:endParaRPr>
          </a:p>
          <a:p>
            <a:pPr algn="just" hangingPunct="0"/>
            <a:endParaRPr lang="en-US" altLang="en-US" sz="1700">
              <a:latin typeface="Arial Regular" panose="020B0604020202090204" charset="0"/>
              <a:cs typeface="Arial Regular" panose="020B0604020202090204" charset="0"/>
            </a:endParaRPr>
          </a:p>
          <a:p>
            <a:pPr algn="just" hangingPunct="0"/>
            <a:r>
              <a:rPr lang="en-US" altLang="en-US" sz="1700">
                <a:latin typeface="Arial Regular" panose="020B0604020202090204" charset="0"/>
                <a:cs typeface="Arial Regular" panose="020B0604020202090204" charset="0"/>
              </a:rPr>
              <a:t>Target high-performing regions: Arizona was found the state in US with highest Samsung sales. Company can increase Samsung promotions and inventory in that region to achieve more sales.</a:t>
            </a:r>
            <a:endParaRPr lang="en-US" altLang="en-US" sz="1700">
              <a:latin typeface="Arial Regular" panose="020B0604020202090204" charset="0"/>
              <a:cs typeface="Arial Regular" panose="020B0604020202090204" charset="0"/>
            </a:endParaRPr>
          </a:p>
          <a:p>
            <a:pPr algn="just" hangingPunct="0"/>
            <a:endParaRPr lang="en-US" altLang="en-US" sz="1700">
              <a:latin typeface="Arial Regular" panose="020B0604020202090204" charset="0"/>
              <a:cs typeface="Arial Regular" panose="020B0604020202090204" charset="0"/>
            </a:endParaRPr>
          </a:p>
          <a:p>
            <a:pPr algn="just" hangingPunct="0"/>
            <a:r>
              <a:rPr lang="en-US" altLang="en-US" sz="1700">
                <a:latin typeface="Arial Regular" panose="020B0604020202090204" charset="0"/>
                <a:cs typeface="Arial Regular" panose="020B0604020202090204" charset="0"/>
              </a:rPr>
              <a:t>Retain high value customers: Business should focus on the high value customers by offering membership to them to reward their purchases. Also high-end products recommendations can be given to these customers.</a:t>
            </a:r>
            <a:endParaRPr lang="en-US" altLang="en-US" sz="1700">
              <a:latin typeface="Arial Regular" panose="020B0604020202090204" charset="0"/>
              <a:cs typeface="Arial Regular" panose="020B0604020202090204" charset="0"/>
            </a:endParaRPr>
          </a:p>
          <a:p>
            <a:pPr algn="just" hangingPunct="0"/>
            <a:endParaRPr lang="en-US" altLang="en-US" sz="2000">
              <a:latin typeface="Arial Regular" panose="020B0604020202090204" charset="0"/>
              <a:cs typeface="Arial Regular" panose="020B0604020202090204" charset="0"/>
            </a:endParaRPr>
          </a:p>
          <a:p>
            <a:pPr algn="just" hangingPunct="0"/>
            <a:endParaRPr lang="en-US" altLang="en-US" sz="2000">
              <a:latin typeface="Arial Regular" panose="020B0604020202090204" charset="0"/>
              <a:cs typeface="Arial Regular" panose="020B0604020202090204" charset="0"/>
            </a:endParaRPr>
          </a:p>
        </p:txBody>
      </p:sp>
      <p:sp>
        <p:nvSpPr>
          <p:cNvPr id="5" name="Title 4"/>
          <p:cNvSpPr>
            <a:spLocks noGrp="1"/>
          </p:cNvSpPr>
          <p:nvPr>
            <p:ph type="title" idx="1"/>
            <p:custDataLst>
              <p:tags r:id="rId2"/>
            </p:custDataLst>
          </p:nvPr>
        </p:nvSpPr>
        <p:spPr/>
        <p:txBody>
          <a:bodyPr>
            <a:noAutofit/>
          </a:bodyPr>
          <a:p>
            <a:pPr algn="ctr"/>
            <a:r>
              <a:rPr lang="en-US" altLang="en-US" sz="4000" b="1">
                <a:latin typeface="Arial Bold" panose="020B0604020202090204" charset="0"/>
                <a:cs typeface="Arial Bold" panose="020B0604020202090204" charset="0"/>
                <a:sym typeface="+mn-ea"/>
              </a:rPr>
              <a:t>BUSINESS INSIGHT</a:t>
            </a:r>
            <a:endParaRPr lang="en-US" altLang="en-US" sz="4000" b="1">
              <a:latin typeface="Arial Bold" panose="020B0604020202090204" charset="0"/>
              <a:cs typeface="Arial Bold" panose="020B0604020202090204" charset="0"/>
              <a:sym typeface="+mn-ea"/>
            </a:endParaRPr>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a:spLocks noGrp="1"/>
          </p:cNvSpPr>
          <p:nvPr>
            <p:ph idx="2"/>
            <p:custDataLst>
              <p:tags r:id="rId1"/>
            </p:custDataLst>
          </p:nvPr>
        </p:nvSpPr>
        <p:spPr>
          <a:xfrm>
            <a:off x="608330" y="1490345"/>
            <a:ext cx="10968990" cy="5018405"/>
          </a:xfrm>
        </p:spPr>
        <p:txBody>
          <a:bodyPr>
            <a:noAutofit/>
          </a:bodyPr>
          <a:p>
            <a:pPr marL="0" indent="0" algn="ctr" hangingPunct="0">
              <a:buNone/>
            </a:pPr>
            <a:r>
              <a:rPr lang="en-US" altLang="en-US" sz="1700">
                <a:latin typeface="Arial Regular" panose="020B0604020202090204" charset="0"/>
                <a:cs typeface="Arial Regular" panose="020B0604020202090204" charset="0"/>
              </a:rPr>
              <a:t>The analysis offers a comprehensive understanding of mobile sales, customer purchasing behaviour, product demand, and regional performance over time. The findings highlight variations in sales across states, manufacturers, and mobile models, as well as consistently popular products and changes in manufacturer performance over time. Customer-level analysis assisted in identifying high-value customers as well as shifts in their spending and purchasing habits. Overall, these insights can help businesses make more informed decisions about product planning, regional sales strategies, customer targeting, and marketing efforts, leading to higher sales performance and customer retention.</a:t>
            </a:r>
            <a:endParaRPr lang="en-US" altLang="en-US" sz="1700">
              <a:latin typeface="Arial Regular" panose="020B0604020202090204" charset="0"/>
              <a:cs typeface="Arial Regular" panose="020B0604020202090204" charset="0"/>
            </a:endParaRPr>
          </a:p>
          <a:p>
            <a:pPr marL="0" indent="0" algn="ctr" hangingPunct="0">
              <a:buNone/>
            </a:pPr>
            <a:endParaRPr lang="en-US" altLang="en-US" sz="1700">
              <a:latin typeface="Arial Regular" panose="020B0604020202090204" charset="0"/>
              <a:cs typeface="Arial Regular" panose="020B0604020202090204" charset="0"/>
            </a:endParaRPr>
          </a:p>
        </p:txBody>
      </p:sp>
      <p:sp>
        <p:nvSpPr>
          <p:cNvPr id="5" name="Title 4"/>
          <p:cNvSpPr>
            <a:spLocks noGrp="1"/>
          </p:cNvSpPr>
          <p:nvPr>
            <p:ph type="title" idx="1"/>
            <p:custDataLst>
              <p:tags r:id="rId2"/>
            </p:custDataLst>
          </p:nvPr>
        </p:nvSpPr>
        <p:spPr/>
        <p:txBody>
          <a:bodyPr>
            <a:noAutofit/>
          </a:bodyPr>
          <a:p>
            <a:pPr algn="ctr"/>
            <a:r>
              <a:rPr lang="en-US" altLang="en-US" sz="4000" b="1">
                <a:latin typeface="Arial Bold" panose="020B0604020202090204" charset="0"/>
                <a:cs typeface="Arial Bold" panose="020B0604020202090204" charset="0"/>
                <a:sym typeface="+mn-ea"/>
              </a:rPr>
              <a:t>CONCLUSION</a:t>
            </a:r>
            <a:endParaRPr lang="en-US" altLang="en-US" sz="4000" b="1">
              <a:latin typeface="Arial Bold" panose="020B0604020202090204" charset="0"/>
              <a:cs typeface="Arial Bold" panose="020B0604020202090204" charset="0"/>
              <a:sym typeface="+mn-ea"/>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BEAUTIFY_FLAG" val="#wm#"/>
  <p:tag name="KSO_WM_UNIT_TYPE" val="i"/>
  <p:tag name="KSO_WM_UNIT_INDEX" val="1"/>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BEAUTIFY_FLAG" val="#wm#"/>
  <p:tag name="KSO_WM_UNIT_TYPE" val="i"/>
  <p:tag name="KSO_WM_UNIT_INDEX" val="2"/>
</p:tagLst>
</file>

<file path=ppt/tags/tag65.xml><?xml version="1.0" encoding="utf-8"?>
<p:tagLst xmlns:p="http://schemas.openxmlformats.org/presentationml/2006/main">
  <p:tag name="KSO_WM_UNIT_SUBTYPE" val="b"/>
  <p:tag name="KSO_WM_UNIT_PRESET_TEXT" val="培训师：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 name="KSO_WM_UNIT_CONTENT_GROUP_TYPE" val="contentchip"/>
</p:tagLst>
</file>

<file path=ppt/tags/tag66.xml><?xml version="1.0" encoding="utf-8"?>
<p:tagLst xmlns:p="http://schemas.openxmlformats.org/presentationml/2006/main">
  <p:tag name="KSO_WM_UNIT_ISCONTENTSTITLE" val="0"/>
  <p:tag name="KSO_WM_UNIT_ISNUMDGMTITLE" val="0"/>
  <p:tag name="KSO_WM_UNIT_PRESET_TEXT" val="单击此处添加副标题内容"/>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 name="KSO_WM_UNIT_CONTENT_GROUP_TYPE" val="contentchip"/>
</p:tagLst>
</file>

<file path=ppt/tags/tag67.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6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3"/>
  <p:tag name="KSO_WM_UNIT_ID" val="_1*i*3"/>
  <p:tag name="KSO_WM_UNIT_LAYERLEVEL" val="1"/>
  <p:tag name="KSO_WM_TAG_VERSION" val="3.0"/>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7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77.xml><?xml version="1.0" encoding="utf-8"?>
<p:tagLst xmlns:p="http://schemas.openxmlformats.org/presentationml/2006/main">
  <p:tag name="KSO_WM_UNIT_ISCONTENTSTITLE" val="1"/>
  <p:tag name="KSO_WM_UNIT_ISNUMDGMTITLE" val="0"/>
  <p:tag name="KSO_WM_UNIT_PRESET_TEXT" val="CONTENTS"/>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UNIT_TYPE" val="i"/>
  <p:tag name="KSO_WM_UNIT_INDEX" val="1"/>
</p:tagLst>
</file>

<file path=ppt/tags/tag82.xml><?xml version="1.0" encoding="utf-8"?>
<p:tagLst xmlns:p="http://schemas.openxmlformats.org/presentationml/2006/main">
  <p:tag name="KSO_WM_UNIT_PRESET_TEXT" val="01."/>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CONTENT_GROUP_TYPE" val="contentchip"/>
</p:tagLst>
</file>

<file path=ppt/tags/tag83.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8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编辑母版文本样式&#10;第二级&#10;第三级&#10;第四级&#10;第五级"/>
</p:tagLst>
</file>

<file path=ppt/tags/tag8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编辑母版文本样式&#10;第二级&#10;第三级&#10;第四级&#10;第五级"/>
</p:tagLst>
</file>

<file path=ppt/tags/tag89.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9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编辑母版文本样式&#10;第二级&#10;第三级&#10;第四级&#10;第五级"/>
</p:tagLst>
</file>

<file path=ppt/tags/tag94.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9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编辑母版文本样式&#10;第二级&#10;第三级&#10;第四级&#10;第五级"/>
</p:tagLst>
</file>

<file path=ppt/tags/tag96.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97.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01.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0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编辑母版文本样式&#10;第二级&#10;第三级&#10;第四级&#10;第五级"/>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12.xml><?xml version="1.0" encoding="utf-8"?>
<p:tagLst xmlns:p="http://schemas.openxmlformats.org/presentationml/2006/main">
  <p:tag name="KSO_WM_UNIT_ISCONTENTSTITLE" val="0"/>
  <p:tag name="KSO_WM_UNIT_ISNUMDGMTITLE" val="0"/>
  <p:tag name="KSO_WM_UNIT_PRESET_TEXT" val="单击选择预设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CONTENT_GROUP_TYPE" val="titlestyle"/>
</p:tagLst>
</file>

<file path=ppt/tags/tag113.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119.xml><?xml version="1.0" encoding="utf-8"?>
<p:tagLst xmlns:p="http://schemas.openxmlformats.org/presentationml/2006/main">
  <p:tag name="KSO_WM_UNIT_SUBTYPE" val="b"/>
  <p:tag name="KSO_WM_UNIT_PRESET_TEXT" val="培训师：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 name="KSO_WM_UNIT_CONTENT_GROUP_TYPE" val="contentchip"/>
</p:tagLst>
</file>

<file path=ppt/tags/tag120.xml><?xml version="1.0" encoding="utf-8"?>
<p:tagLst xmlns:p="http://schemas.openxmlformats.org/presentationml/2006/main">
  <p:tag name="KSO_WM_UNIT_ISCONTENTSTITLE" val="0"/>
  <p:tag name="KSO_WM_UNIT_ISNUMDGMTITLE" val="0"/>
  <p:tag name="KSO_WM_UNIT_PRESET_TEXT" val="THANK YOU"/>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contentchip"/>
</p:tagLst>
</file>

<file path=ppt/tags/tag12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UNIT_CONTENT_GROUP_TYPE" val="contentchip"/>
  <p:tag name="KSO_WM_UNIT_TYPE" val="i"/>
  <p:tag name="KSO_WM_UNIT_INDEX" val="3"/>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3487"/>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3487"/>
</p:tagLst>
</file>

<file path=ppt/tags/tag130.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487"/>
  <p:tag name="KSO_WM_SPECIAL_SOURCE" val="bdnull"/>
  <p:tag name="KSO_WM_TEMPLATE_THUMBS_INDEX" val="1、11"/>
</p:tagLst>
</file>

<file path=ppt/tags/tag131.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32.xml><?xml version="1.0" encoding="utf-8"?>
<p:tagLst xmlns:p="http://schemas.openxmlformats.org/presentationml/2006/main">
  <p:tag name="KSO_WM_UNIT_ISCONTENTSTITLE" val="0"/>
  <p:tag name="KSO_WM_UNIT_ISNUMDGMTITLE" val="0"/>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TEMPLATE_CATEGORY" val="custom"/>
  <p:tag name="KSO_WM_TEMPLATE_INDEX" val="20233487"/>
  <p:tag name="KSO_WM_UNIT_LAYERLEVEL" val="1"/>
  <p:tag name="KSO_WM_TAG_VERSION" val="3.0"/>
  <p:tag name="KSO_WM_BEAUTIFY_FLAG" val="#wm#"/>
  <p:tag name="KSO_WM_UNIT_CONTENT_GROUP_TYPE" val="contentchip"/>
  <p:tag name="KSO_WM_UNIT_PRESET_TEXT" val="单击此处添加副标题内容"/>
</p:tagLst>
</file>

<file path=ppt/tags/tag13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3487_1*a*1"/>
  <p:tag name="KSO_WM_TEMPLATE_CATEGORY" val="custom"/>
  <p:tag name="KSO_WM_TEMPLATE_INDEX" val="20233487"/>
  <p:tag name="KSO_WM_UNIT_LAYERLEVEL" val="1"/>
  <p:tag name="KSO_WM_TAG_VERSION" val="3.0"/>
  <p:tag name="KSO_WM_BEAUTIFY_FLAG" val="#wm#"/>
  <p:tag name="KSO_WM_UNIT_CONTENT_GROUP_TYPE" val="contentchip"/>
  <p:tag name="KSO_WM_UNIT_PRESET_TEXT" val="Your title here"/>
</p:tagLst>
</file>

<file path=ppt/tags/tag134.xml><?xml version="1.0" encoding="utf-8"?>
<p:tagLst xmlns:p="http://schemas.openxmlformats.org/presentationml/2006/main">
  <p:tag name="KSO_WM_SLIDE_ID" val="custom20233487_1"/>
  <p:tag name="KSO_WM_TEMPLATE_SUBCATEGORY" val="29"/>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487"/>
  <p:tag name="KSO_WM_SLIDE_TYPE" val="title"/>
  <p:tag name="KSO_WM_SLIDE_SUBTYPE" val="pureTxt"/>
  <p:tag name="KSO_WM_SLIDE_LAYOUT" val="a_b_f"/>
  <p:tag name="KSO_WM_SLIDE_LAYOUT_CNT" val="1_1_1"/>
  <p:tag name="KSO_WM_SPECIAL_SOURCE" val="bdnull"/>
  <p:tag name="KSO_WM_TEMPLATE_THUMBS_INDEX" val="1、11"/>
  <p:tag name="KSO_WM_SLIDE_CONTENT_AREA" val="{&quot;left&quot;:&quot;77.1&quot;,&quot;top&quot;:&quot;107.8&quot;,&quot;width&quot;:&quot;579&quot;,&quot;height&quot;:&quot;284.1&quot;}"/>
  <p:tag name="KSO_WM_SLIDE_THEME_ID" val="3302640"/>
  <p:tag name="KSO_WM_SLIDE_THEME_NAME" val="Blue Purple Business"/>
</p:tagLst>
</file>

<file path=ppt/tags/tag13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13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137.xml><?xml version="1.0" encoding="utf-8"?>
<p:tagLst xmlns:p="http://schemas.openxmlformats.org/presentationml/2006/main">
  <p:tag name="KSO_WM_BEAUTIFY_FLAG" val="#wm#"/>
  <p:tag name="KSO_WM_TEMPLATE_CATEGORY" val="custom"/>
  <p:tag name="KSO_WM_TEMPLATE_INDEX" val="20205081"/>
</p:tagLst>
</file>

<file path=ppt/tags/tag13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13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140.xml><?xml version="1.0" encoding="utf-8"?>
<p:tagLst xmlns:p="http://schemas.openxmlformats.org/presentationml/2006/main">
  <p:tag name="KSO_WM_BEAUTIFY_FLAG" val="#wm#"/>
  <p:tag name="KSO_WM_TEMPLATE_CATEGORY" val="custom"/>
  <p:tag name="KSO_WM_TEMPLATE_INDEX" val="20205081"/>
</p:tagLst>
</file>

<file path=ppt/tags/tag14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14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143.xml><?xml version="1.0" encoding="utf-8"?>
<p:tagLst xmlns:p="http://schemas.openxmlformats.org/presentationml/2006/main">
  <p:tag name="KSO_WM_BEAUTIFY_FLAG" val="#wm#"/>
  <p:tag name="KSO_WM_TEMPLATE_CATEGORY" val="custom"/>
  <p:tag name="KSO_WM_TEMPLATE_INDEX" val="20205081"/>
</p:tagLst>
</file>

<file path=ppt/tags/tag14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14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146.xml><?xml version="1.0" encoding="utf-8"?>
<p:tagLst xmlns:p="http://schemas.openxmlformats.org/presentationml/2006/main">
  <p:tag name="KSO_WM_BEAUTIFY_FLAG" val="#wm#"/>
  <p:tag name="KSO_WM_TEMPLATE_CATEGORY" val="custom"/>
  <p:tag name="KSO_WM_TEMPLATE_INDEX" val="20205081"/>
</p:tagLst>
</file>

<file path=ppt/tags/tag14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14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149.xml><?xml version="1.0" encoding="utf-8"?>
<p:tagLst xmlns:p="http://schemas.openxmlformats.org/presentationml/2006/main">
  <p:tag name="KSO_WM_BEAUTIFY_FLAG" val="#wm#"/>
  <p:tag name="KSO_WM_TEMPLATE_CATEGORY" val="custom"/>
  <p:tag name="KSO_WM_TEMPLATE_INDEX" val="20205081"/>
</p:tagLst>
</file>

<file path=ppt/tags/tag15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15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152.xml><?xml version="1.0" encoding="utf-8"?>
<p:tagLst xmlns:p="http://schemas.openxmlformats.org/presentationml/2006/main">
  <p:tag name="KSO_WM_BEAUTIFY_FLAG" val="#wm#"/>
  <p:tag name="KSO_WM_TEMPLATE_CATEGORY" val="custom"/>
  <p:tag name="KSO_WM_TEMPLATE_INDEX" val="20205081"/>
</p:tagLst>
</file>

<file path=ppt/tags/tag15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15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155.xml><?xml version="1.0" encoding="utf-8"?>
<p:tagLst xmlns:p="http://schemas.openxmlformats.org/presentationml/2006/main">
  <p:tag name="KSO_WM_BEAUTIFY_FLAG" val="#wm#"/>
  <p:tag name="KSO_WM_TEMPLATE_CATEGORY" val="custom"/>
  <p:tag name="KSO_WM_TEMPLATE_INDEX" val="20205081"/>
</p:tagLst>
</file>

<file path=ppt/tags/tag15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15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158.xml><?xml version="1.0" encoding="utf-8"?>
<p:tagLst xmlns:p="http://schemas.openxmlformats.org/presentationml/2006/main">
  <p:tag name="KSO_WM_BEAUTIFY_FLAG" val="#wm#"/>
  <p:tag name="KSO_WM_TEMPLATE_CATEGORY" val="custom"/>
  <p:tag name="KSO_WM_TEMPLATE_INDEX" val="20205081"/>
</p:tagLst>
</file>

<file path=ppt/tags/tag15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16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161.xml><?xml version="1.0" encoding="utf-8"?>
<p:tagLst xmlns:p="http://schemas.openxmlformats.org/presentationml/2006/main">
  <p:tag name="KSO_WM_BEAUTIFY_FLAG" val="#wm#"/>
  <p:tag name="KSO_WM_TEMPLATE_CATEGORY" val="custom"/>
  <p:tag name="KSO_WM_TEMPLATE_INDEX" val="20205081"/>
</p:tagLst>
</file>

<file path=ppt/tags/tag16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16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164.xml><?xml version="1.0" encoding="utf-8"?>
<p:tagLst xmlns:p="http://schemas.openxmlformats.org/presentationml/2006/main">
  <p:tag name="KSO_WM_BEAUTIFY_FLAG" val="#wm#"/>
  <p:tag name="KSO_WM_TEMPLATE_CATEGORY" val="custom"/>
  <p:tag name="KSO_WM_TEMPLATE_INDEX" val="20205081"/>
</p:tagLst>
</file>

<file path=ppt/tags/tag16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16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167.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Helvetica Neue"/>
        <a:ea typeface=""/>
        <a:cs typeface=""/>
        <a:font script="Jpan" typeface="BIZ UDMincho"/>
        <a:font script="Hang" typeface="맑은 고딕"/>
        <a:font script="Hans" typeface="等线 Light"/>
        <a:font script="Hant" typeface="微軟正黑體"/>
        <a:font script="Arab" typeface="Geeza Pro"/>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Helvetica Neue"/>
        <a:ea typeface=""/>
        <a:cs typeface=""/>
        <a:font script="Jpan" typeface="BIZ UDMincho"/>
        <a:font script="Hang" typeface="맑은 고딕"/>
        <a:font script="Hans" typeface="等线"/>
        <a:font script="Hant" typeface="微軟正黑體"/>
        <a:font script="Arab" typeface="Geeza Pro"/>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自定义 32">
      <a:dk1>
        <a:srgbClr val="000000"/>
      </a:dk1>
      <a:lt1>
        <a:srgbClr val="FFFFFF"/>
      </a:lt1>
      <a:dk2>
        <a:srgbClr val="131148"/>
      </a:dk2>
      <a:lt2>
        <a:srgbClr val="E2EAFE"/>
      </a:lt2>
      <a:accent1>
        <a:srgbClr val="0CC9FF"/>
      </a:accent1>
      <a:accent2>
        <a:srgbClr val="1657FD"/>
      </a:accent2>
      <a:accent3>
        <a:srgbClr val="8650F2"/>
      </a:accent3>
      <a:accent4>
        <a:srgbClr val="A75DEC"/>
      </a:accent4>
      <a:accent5>
        <a:srgbClr val="C769E7"/>
      </a:accent5>
      <a:accent6>
        <a:srgbClr val="F640F5"/>
      </a:accent6>
      <a:hlink>
        <a:srgbClr val="0563C1"/>
      </a:hlink>
      <a:folHlink>
        <a:srgbClr val="954D72"/>
      </a:folHlink>
    </a:clrScheme>
    <a:fontScheme name="字体-商务">
      <a:majorFont>
        <a:latin typeface="Inter Bold"/>
        <a:ea typeface="Inter Bold"/>
        <a:cs typeface=""/>
      </a:majorFont>
      <a:minorFont>
        <a:latin typeface="Inter"/>
        <a:ea typeface="Inte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6561</Words>
  <Application>WPS Sheets</Application>
  <PresentationFormat>Widescreen</PresentationFormat>
  <Paragraphs>98</Paragraphs>
  <Slides>12</Slides>
  <Notes>0</Notes>
  <HiddenSlides>0</HiddenSlides>
  <MMClips>0</MMClips>
  <ScaleCrop>false</ScaleCrop>
  <HeadingPairs>
    <vt:vector size="6" baseType="variant">
      <vt:variant>
        <vt:lpstr>已用的字体</vt:lpstr>
      </vt:variant>
      <vt:variant>
        <vt:i4>21</vt:i4>
      </vt:variant>
      <vt:variant>
        <vt:lpstr>主题</vt:lpstr>
      </vt:variant>
      <vt:variant>
        <vt:i4>2</vt:i4>
      </vt:variant>
      <vt:variant>
        <vt:lpstr>幻灯片标题</vt:lpstr>
      </vt:variant>
      <vt:variant>
        <vt:i4>12</vt:i4>
      </vt:variant>
    </vt:vector>
  </HeadingPairs>
  <TitlesOfParts>
    <vt:vector size="35" baseType="lpstr">
      <vt:lpstr>Arial</vt:lpstr>
      <vt:lpstr>SimSun</vt:lpstr>
      <vt:lpstr>Wingdings</vt:lpstr>
      <vt:lpstr>Wingdings</vt:lpstr>
      <vt:lpstr>Helvetica Neue</vt:lpstr>
      <vt:lpstr>Microsoft YaHei</vt:lpstr>
      <vt:lpstr>汉仪旗黑</vt:lpstr>
      <vt:lpstr>Arial Unicode MS</vt:lpstr>
      <vt:lpstr>Calibri</vt:lpstr>
      <vt:lpstr>宋体-简</vt:lpstr>
      <vt:lpstr>Arial Regular</vt:lpstr>
      <vt:lpstr>SimSun</vt:lpstr>
      <vt:lpstr>Lato</vt:lpstr>
      <vt:lpstr>苹方-简</vt:lpstr>
      <vt:lpstr>Manrope ExtraBold</vt:lpstr>
      <vt:lpstr>Inter Bold</vt:lpstr>
      <vt:lpstr>Inter</vt:lpstr>
      <vt:lpstr>Charis SIL</vt:lpstr>
      <vt:lpstr>Crimson Text SemiBold</vt:lpstr>
      <vt:lpstr>MiSans Normal</vt:lpstr>
      <vt:lpstr>Arial Bold</vt:lpstr>
      <vt:lpstr>WPS</vt:lpstr>
      <vt:lpstr>2_Office Theme</vt:lpstr>
      <vt:lpstr>Your title here</vt:lpstr>
      <vt:lpstr>PowerPoint 演示文稿</vt:lpstr>
      <vt:lpstr>Project Overview</vt:lpstr>
      <vt:lpstr>Business Problem</vt:lpstr>
      <vt:lpstr>OBJECTIVE</vt:lpstr>
      <vt:lpstr>DATASET DESCRIPTION</vt:lpstr>
      <vt:lpstr>BUSINESS QUESTIONS</vt:lpstr>
      <vt:lpstr>BUSINESS QUESTIONS</vt:lpstr>
      <vt:lpstr>KEY FINDINGS</vt:lpstr>
      <vt:lpstr>KEY FINDINGS</vt:lpstr>
      <vt:lpstr>BUSINESS INSIGHT</vt:lpstr>
      <vt:lpstr>BUSINESS INSIGHT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MANUFACTURER DATA ANALYSIS</dc:title>
  <dc:creator>nehagupta</dc:creator>
  <cp:lastModifiedBy>Neha Gupta</cp:lastModifiedBy>
  <cp:revision>3</cp:revision>
  <dcterms:created xsi:type="dcterms:W3CDTF">2026-09-07T08:35:56Z</dcterms:created>
  <dcterms:modified xsi:type="dcterms:W3CDTF">2026-09-07T08:35:56Z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1033-12.1.26035.26035</vt:lpwstr>
  </property>
  <property fmtid="{D5CDD505-2E9C-101B-9397-08002B2CF9AE}" pid="3" name="ICV">
    <vt:lpwstr>466ED22E51E0DE8CB1769E6AD4BEDB79_43</vt:lpwstr>
  </property>
</Properties>
</file>